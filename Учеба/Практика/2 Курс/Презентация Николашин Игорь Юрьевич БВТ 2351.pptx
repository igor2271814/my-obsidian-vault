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consolata" pitchFamily="1" charset="0"/>
      <p:regular r:id="rId11"/>
    </p:embeddedFont>
    <p:embeddedFont>
      <p:font typeface="Montserrat Black" panose="00000A00000000000000" pitchFamily="2" charset="-52"/>
      <p:regular r:id="rId12"/>
      <p:bold r:id="rId13"/>
      <p:boldItalic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77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gor2271814.github.io/cinema-booking/index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1597343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Защита проекта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793790" y="335518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Веб-приложение для онлайн-бронирования билетов в кинотеатр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5316974"/>
            <a:ext cx="3856269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Студент:</a:t>
            </a:r>
            <a:r>
              <a:rPr lang="en-US" sz="2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ru-RU" sz="2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Николашин И.Ю.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974556"/>
            <a:ext cx="254042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Группа:</a:t>
            </a:r>
            <a:r>
              <a:rPr lang="en-US" sz="2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</a:t>
            </a:r>
            <a:r>
              <a:rPr lang="ru-RU" sz="22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БВТ2351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780125" y="7590433"/>
            <a:ext cx="352544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2025</a:t>
            </a:r>
            <a:endParaRPr lang="en-US" sz="175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FC00E4-C0ED-2606-45B7-B7A23507A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30A1330A-876C-3CCE-B377-A0DD1C39A2B1}"/>
              </a:ext>
            </a:extLst>
          </p:cNvPr>
          <p:cNvSpPr/>
          <p:nvPr/>
        </p:nvSpPr>
        <p:spPr>
          <a:xfrm>
            <a:off x="5304192" y="5419010"/>
            <a:ext cx="799921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ru-RU" sz="2200" b="1" dirty="0">
                <a:solidFill>
                  <a:srgbClr val="FFFFFF"/>
                </a:solidFill>
                <a:ea typeface="Inconsolata" pitchFamily="34" charset="-122"/>
              </a:rPr>
              <a:t>Ссылка на страницу </a:t>
            </a:r>
            <a:r>
              <a:rPr lang="ru-RU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 </a:t>
            </a:r>
            <a:r>
              <a:rPr lang="ru-RU" sz="1800" u="sng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hlinkClick r:id="rId4"/>
              </a:rPr>
              <a:t>https://igor2271814.github.io/cinema-booking/index.html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3511369-E4C7-8D73-7581-4A28E9B7F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" y="-7144"/>
            <a:ext cx="14630400" cy="6868915"/>
          </a:xfrm>
          <a:prstGeom prst="rect">
            <a:avLst/>
          </a:prstGeom>
        </p:spPr>
      </p:pic>
      <p:sp>
        <p:nvSpPr>
          <p:cNvPr id="20" name="Shape 0">
            <a:extLst>
              <a:ext uri="{FF2B5EF4-FFF2-40B4-BE49-F238E27FC236}">
                <a16:creationId xmlns:a16="http://schemas.microsoft.com/office/drawing/2014/main" id="{BD45C009-D499-60D2-9F80-AF3903EE1533}"/>
              </a:ext>
            </a:extLst>
          </p:cNvPr>
          <p:cNvSpPr/>
          <p:nvPr/>
        </p:nvSpPr>
        <p:spPr>
          <a:xfrm>
            <a:off x="-55880" y="-49650"/>
            <a:ext cx="14798040" cy="8279250"/>
          </a:xfrm>
          <a:prstGeom prst="rect">
            <a:avLst/>
          </a:prstGeom>
          <a:solidFill>
            <a:srgbClr val="151617">
              <a:alpha val="8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793790" y="762238"/>
            <a:ext cx="3854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Структура презентации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43382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Содержание</a:t>
            </a:r>
            <a:endParaRPr lang="en-US" sz="8900" dirty="0"/>
          </a:p>
        </p:txBody>
      </p:sp>
      <p:sp>
        <p:nvSpPr>
          <p:cNvPr id="4" name="Shape 2"/>
          <p:cNvSpPr/>
          <p:nvPr/>
        </p:nvSpPr>
        <p:spPr>
          <a:xfrm>
            <a:off x="793790" y="310122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8860" y="314372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143726"/>
            <a:ext cx="44411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Цель и задачи проекта</a:t>
            </a:r>
            <a:endParaRPr lang="en-US" sz="2650" dirty="0"/>
          </a:p>
        </p:txBody>
      </p:sp>
      <p:sp>
        <p:nvSpPr>
          <p:cNvPr id="7" name="Shape 5"/>
          <p:cNvSpPr/>
          <p:nvPr/>
        </p:nvSpPr>
        <p:spPr>
          <a:xfrm>
            <a:off x="793790" y="406515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8860" y="41076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4107656"/>
            <a:ext cx="51542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Технологии и архитектура</a:t>
            </a:r>
            <a:endParaRPr lang="en-US" sz="2650" dirty="0"/>
          </a:p>
        </p:txBody>
      </p:sp>
      <p:sp>
        <p:nvSpPr>
          <p:cNvPr id="10" name="Shape 8"/>
          <p:cNvSpPr/>
          <p:nvPr/>
        </p:nvSpPr>
        <p:spPr>
          <a:xfrm>
            <a:off x="793790" y="502908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8860" y="507158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530906" y="5071586"/>
            <a:ext cx="501336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Реализация функционала</a:t>
            </a:r>
            <a:endParaRPr lang="en-US" sz="2650" dirty="0"/>
          </a:p>
        </p:txBody>
      </p:sp>
      <p:sp>
        <p:nvSpPr>
          <p:cNvPr id="13" name="Shape 11"/>
          <p:cNvSpPr/>
          <p:nvPr/>
        </p:nvSpPr>
        <p:spPr>
          <a:xfrm>
            <a:off x="793790" y="599301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8860" y="603551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530906" y="6035516"/>
            <a:ext cx="537769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Тестирование и результаты</a:t>
            </a:r>
            <a:endParaRPr lang="en-US" sz="2650" dirty="0"/>
          </a:p>
        </p:txBody>
      </p:sp>
      <p:sp>
        <p:nvSpPr>
          <p:cNvPr id="16" name="Shape 14"/>
          <p:cNvSpPr/>
          <p:nvPr/>
        </p:nvSpPr>
        <p:spPr>
          <a:xfrm>
            <a:off x="793790" y="695694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8860" y="699944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530906" y="69994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Заключение</a:t>
            </a:r>
            <a:endParaRPr lang="en-US" sz="265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FC6368B-5301-C9D5-4576-816028398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8126" y="7726172"/>
            <a:ext cx="2082273" cy="503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71381"/>
            <a:ext cx="3390424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Цель и задачи проекта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27234" y="1103709"/>
            <a:ext cx="10389037" cy="129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0"/>
              </a:lnSpc>
              <a:buNone/>
            </a:pPr>
            <a:r>
              <a:rPr lang="en-US" sz="81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Основа проекта</a:t>
            </a:r>
            <a:endParaRPr lang="en-US" sz="8150" dirty="0"/>
          </a:p>
        </p:txBody>
      </p:sp>
      <p:sp>
        <p:nvSpPr>
          <p:cNvPr id="4" name="Text 2"/>
          <p:cNvSpPr/>
          <p:nvPr/>
        </p:nvSpPr>
        <p:spPr>
          <a:xfrm>
            <a:off x="727234" y="2900839"/>
            <a:ext cx="7702748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Цель:</a:t>
            </a: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Создание удобного и эффективного веб-приложения для онлайн-бронирования билетов в кинотеатр, улучшающего пользовательский опыт и оптимизирующего процесс покупки.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7234" y="4085034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Задачи: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7234" y="4604385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Просмотр афиши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7234" y="5009436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Оформление брони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7234" y="5528786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Технологии: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7234" y="6048137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Frontend: HTML, SCSS, Vanilla 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7234" y="6453188"/>
            <a:ext cx="770274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Хранение данных: LocalStorage</a:t>
            </a: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570" y="2610088"/>
            <a:ext cx="4966097" cy="496609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93661AD-8A0F-66B5-5EFF-B4C701C32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972" y="3502760"/>
            <a:ext cx="4285292" cy="22032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623B600-59B6-1309-8FB1-5027F2B78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5123" y="7677073"/>
            <a:ext cx="2248214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966" y="1076682"/>
            <a:ext cx="367843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Технологии и архитектура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79966" y="1574483"/>
            <a:ext cx="11573708" cy="121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50"/>
              </a:lnSpc>
              <a:buNone/>
            </a:pPr>
            <a:r>
              <a:rPr lang="en-US" sz="7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Фундамент решения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79966" y="3274457"/>
            <a:ext cx="242863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E98F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Фронтенд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79966" y="3772257"/>
            <a:ext cx="406169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HTML5: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Структура и семантика веб-страниц.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9966" y="4461986"/>
            <a:ext cx="406169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SCSS: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Современный препроцессор для стилизации интерфейса.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9966" y="5151715"/>
            <a:ext cx="4061698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Vanilla JS: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Динамическое поведение и интерактивность без фреймворков.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9966" y="6152317"/>
            <a:ext cx="4061698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Адаптивный дизайн: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Обеспечение корректного отображения на любых устройствах.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23153" y="3274457"/>
            <a:ext cx="2428637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5CC97B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Архитектура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223153" y="3850372"/>
            <a:ext cx="4061698" cy="124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Модульность: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Разработка независимых компонентов для удобства масштабирования и поддержки.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66340" y="3274457"/>
            <a:ext cx="2479238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B05EF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Хранение данных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766340" y="3772257"/>
            <a:ext cx="4199096" cy="124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 текущей версии MVP для хранения данных используется </a:t>
            </a:r>
            <a:r>
              <a:rPr lang="en-US" sz="15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LocalStorage</a:t>
            </a:r>
            <a:r>
              <a:rPr lang="en-US" sz="15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что обеспечивает быструю и автономную работу на стороне клиента.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66340" y="5190530"/>
            <a:ext cx="4199096" cy="3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5C5157-E6B3-E538-E9A0-6E0967B3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71381"/>
            <a:ext cx="3827145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Реализация функционала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27234" y="1103709"/>
            <a:ext cx="10788253" cy="129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0"/>
              </a:lnSpc>
              <a:buNone/>
            </a:pPr>
            <a:r>
              <a:rPr lang="en-US" sz="81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Воплощение идеи</a:t>
            </a:r>
            <a:endParaRPr lang="en-US" sz="8150" dirty="0"/>
          </a:p>
        </p:txBody>
      </p:sp>
      <p:sp>
        <p:nvSpPr>
          <p:cNvPr id="4" name="Text 2"/>
          <p:cNvSpPr/>
          <p:nvPr/>
        </p:nvSpPr>
        <p:spPr>
          <a:xfrm>
            <a:off x="727234" y="2900839"/>
            <a:ext cx="7702748" cy="664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Были реализованы </a:t>
            </a:r>
            <a:r>
              <a:rPr lang="en-US" sz="1600" dirty="0" err="1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две</a:t>
            </a: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основные функции: </a:t>
            </a:r>
            <a:r>
              <a:rPr lang="en-US" sz="1600" dirty="0">
                <a:solidFill>
                  <a:srgbClr val="000000"/>
                </a:solidFill>
                <a:highlight>
                  <a:srgbClr val="AFCBF8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просмотр афиши</a:t>
            </a: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и </a:t>
            </a:r>
            <a:r>
              <a:rPr lang="en-US" sz="1600" dirty="0">
                <a:solidFill>
                  <a:srgbClr val="000000"/>
                </a:solidFill>
                <a:highlight>
                  <a:srgbClr val="AFCBF8"/>
                </a:highlight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оформление брони</a:t>
            </a: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7234" y="3752612"/>
            <a:ext cx="7702748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Для афиши создана динамическая страница, отображающая доступные фильмы и сеансы. Пользовательский интерфейс бронирования позволяет легко выбирать места на интерактивной схеме зала.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7234" y="4936808"/>
            <a:ext cx="7702748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Вся логика работы с интерфейсом, включая валидацию выбора и обработку данных бронирования, реализована на </a:t>
            </a:r>
            <a:r>
              <a:rPr lang="en-US" sz="1600" b="1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Vanilla JS</a:t>
            </a: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обеспечивая быстрый и адаптивный отклик.</a:t>
            </a: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CB8D7F-2A4B-ED66-E238-40AF4A004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7C8871-9897-27F5-AA4B-9C2681367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4409" y="2402324"/>
            <a:ext cx="5142155" cy="496609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233" y="594241"/>
            <a:ext cx="407705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Тестирование и результаты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22233" y="1122998"/>
            <a:ext cx="11188898" cy="128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50"/>
              </a:lnSpc>
              <a:buNone/>
            </a:pPr>
            <a:r>
              <a:rPr lang="en-US" sz="81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Проверка качества</a:t>
            </a:r>
            <a:endParaRPr lang="en-US" sz="8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33" y="2722364"/>
            <a:ext cx="4223385" cy="26102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233" y="5538907"/>
            <a:ext cx="4223385" cy="644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Функциональное тестирование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22233" y="6307574"/>
            <a:ext cx="4223385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Проверены ключевые функции: просмотр афиши, выбор сеансов и бронирование мест. Убедился в их корректной работе.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508" y="2722364"/>
            <a:ext cx="4223385" cy="26102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3508" y="5538907"/>
            <a:ext cx="3456027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Тестирование удобства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203508" y="5985153"/>
            <a:ext cx="4223385" cy="1320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Оценена интуитивность интерфейса и простота навигации. Собрана обратная связь для оптимизации пользовательского опыта.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782" y="2722364"/>
            <a:ext cx="4223385" cy="26102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4782" y="5538907"/>
            <a:ext cx="4026456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Результаты и Оптимизация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684782" y="5985153"/>
            <a:ext cx="4223385" cy="1650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Тестирование подтвердило стабильность работы и позволило определить направления для дальнейших улучшений и масштабирования.</a:t>
            </a:r>
            <a:endParaRPr lang="en-US" sz="16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A65C349-540C-F1AD-DFBA-47922480E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6147" y="612577"/>
            <a:ext cx="216515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Заключение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06147" y="1056323"/>
            <a:ext cx="8660725" cy="1082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Итоги проекта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800933" y="2398633"/>
            <a:ext cx="22860" cy="5218390"/>
          </a:xfrm>
          <a:prstGeom prst="roundRect">
            <a:avLst>
              <a:gd name="adj" fmla="val 40000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2919" y="2581989"/>
            <a:ext cx="519589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6" name="Shape 4"/>
          <p:cNvSpPr/>
          <p:nvPr/>
        </p:nvSpPr>
        <p:spPr>
          <a:xfrm>
            <a:off x="606088" y="2398633"/>
            <a:ext cx="389692" cy="389692"/>
          </a:xfrm>
          <a:prstGeom prst="roundRect">
            <a:avLst>
              <a:gd name="adj" fmla="val 2346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0977" y="2431078"/>
            <a:ext cx="25979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66994" y="2458164"/>
            <a:ext cx="216515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9D9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Разработка 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66994" y="2832616"/>
            <a:ext cx="1235725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ru-RU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Успешно создан </a:t>
            </a:r>
            <a:r>
              <a:rPr lang="en-US" sz="1350" dirty="0" err="1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жизнеспособный</a:t>
            </a:r>
            <a:r>
              <a:rPr lang="en-US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продукт веб-приложения для онлайн-бронирования билетов в кинотеатр.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72919" y="3639503"/>
            <a:ext cx="519589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1" name="Shape 9"/>
          <p:cNvSpPr/>
          <p:nvPr/>
        </p:nvSpPr>
        <p:spPr>
          <a:xfrm>
            <a:off x="606088" y="3456146"/>
            <a:ext cx="389692" cy="389692"/>
          </a:xfrm>
          <a:prstGeom prst="roundRect">
            <a:avLst>
              <a:gd name="adj" fmla="val 2346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977" y="3488591"/>
            <a:ext cx="25979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66994" y="3515677"/>
            <a:ext cx="230981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A44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Выбор Технологий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66994" y="3890129"/>
            <a:ext cx="12357259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Использование HTML, SCSS, Vanilla JS и LocalStorage обеспечило высокую производительность и адаптивность решения на стороне клиента.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72919" y="4974193"/>
            <a:ext cx="519589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088" y="4790837"/>
            <a:ext cx="389692" cy="389692"/>
          </a:xfrm>
          <a:prstGeom prst="roundRect">
            <a:avLst>
              <a:gd name="adj" fmla="val 2346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0977" y="4823281"/>
            <a:ext cx="25979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66994" y="4850368"/>
            <a:ext cx="2865477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44444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Ключевой Функционал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66994" y="5224820"/>
            <a:ext cx="1235725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Реализован удобный просмотр афиши и интуитивно понятный процесс бронирования мест на интерактивной схеме зала.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72919" y="6031706"/>
            <a:ext cx="519589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21" name="Shape 19"/>
          <p:cNvSpPr/>
          <p:nvPr/>
        </p:nvSpPr>
        <p:spPr>
          <a:xfrm>
            <a:off x="606088" y="5848350"/>
            <a:ext cx="389692" cy="389692"/>
          </a:xfrm>
          <a:prstGeom prst="roundRect">
            <a:avLst>
              <a:gd name="adj" fmla="val 2346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0977" y="5880795"/>
            <a:ext cx="25979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66994" y="5907881"/>
            <a:ext cx="3017877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B05EF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Успешное Тестирование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66994" y="6282333"/>
            <a:ext cx="1235725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Проведенное тестирование подтвердило стабильность работы приложения и его готовность к дальнейшему развитию.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72919" y="7089219"/>
            <a:ext cx="519589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26" name="Shape 24"/>
          <p:cNvSpPr/>
          <p:nvPr/>
        </p:nvSpPr>
        <p:spPr>
          <a:xfrm>
            <a:off x="606088" y="6905863"/>
            <a:ext cx="389692" cy="389692"/>
          </a:xfrm>
          <a:prstGeom prst="roundRect">
            <a:avLst>
              <a:gd name="adj" fmla="val 2346"/>
            </a:avLst>
          </a:prstGeom>
          <a:solidFill>
            <a:srgbClr val="151617"/>
          </a:solidFill>
          <a:ln w="7620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70977" y="6938308"/>
            <a:ext cx="259794" cy="32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66994" y="6965394"/>
            <a:ext cx="286202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E98F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Перспективы Развития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66994" y="7339846"/>
            <a:ext cx="12357259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Проект имеет значительный потенциал для масштабирования, интеграции с серверной частью и добавления новых возможностей.</a:t>
            </a:r>
            <a:endParaRPr lang="en-US" sz="1350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4814660-41CD-A528-952B-483BDE47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CF8A309-CF2A-8B47-F5BE-9AA4A76F9249}"/>
              </a:ext>
            </a:extLst>
          </p:cNvPr>
          <p:cNvSpPr/>
          <p:nvPr/>
        </p:nvSpPr>
        <p:spPr>
          <a:xfrm>
            <a:off x="1865984" y="3032284"/>
            <a:ext cx="10898431" cy="1082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0"/>
              </a:lnSpc>
              <a:buNone/>
            </a:pPr>
            <a:r>
              <a:rPr lang="ru-RU" sz="68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Спасибо за внимание!</a:t>
            </a:r>
            <a:endParaRPr lang="en-US" sz="6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AB0B52-3FBF-478C-3345-4311D7E81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186" y="7677073"/>
            <a:ext cx="2248214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5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406</Words>
  <Application>Microsoft Office PowerPoint</Application>
  <PresentationFormat>Произвольный</PresentationFormat>
  <Paragraphs>76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Times New Roman</vt:lpstr>
      <vt:lpstr>Montserrat Black</vt:lpstr>
      <vt:lpstr>Inconsolata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Igor Nikolashin</cp:lastModifiedBy>
  <cp:revision>6</cp:revision>
  <dcterms:created xsi:type="dcterms:W3CDTF">2025-07-09T16:44:45Z</dcterms:created>
  <dcterms:modified xsi:type="dcterms:W3CDTF">2025-07-10T04:12:22Z</dcterms:modified>
</cp:coreProperties>
</file>