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_rels/notesSlide26.xml.rels" ContentType="application/vnd.openxmlformats-package.relationships+xml"/>
  <Override PartName="/ppt/notesSlides/_rels/notesSlide25.xml.rels" ContentType="application/vnd.openxmlformats-package.relationship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_rels/presentation.xml.rels" ContentType="application/vnd.openxmlformats-package.relationships+xml"/>
  <Override PartName="/ppt/media/image125.wmf" ContentType="image/x-wmf"/>
  <Override PartName="/ppt/media/image193.wmf" ContentType="image/x-wmf"/>
  <Override PartName="/ppt/media/image124.wmf" ContentType="image/x-wmf"/>
  <Override PartName="/ppt/media/image192.wmf" ContentType="image/x-wmf"/>
  <Override PartName="/ppt/media/image123.wmf" ContentType="image/x-wmf"/>
  <Override PartName="/ppt/media/image191.wmf" ContentType="image/x-wmf"/>
  <Override PartName="/ppt/media/image122.wmf" ContentType="image/x-wmf"/>
  <Override PartName="/ppt/media/image190.wmf" ContentType="image/x-wmf"/>
  <Override PartName="/ppt/media/image121.wmf" ContentType="image/x-wmf"/>
  <Override PartName="/ppt/media/image119.wmf" ContentType="image/x-wmf"/>
  <Override PartName="/ppt/media/image187.wmf" ContentType="image/x-wmf"/>
  <Override PartName="/ppt/media/image118.wmf" ContentType="image/x-wmf"/>
  <Override PartName="/ppt/media/image186.wmf" ContentType="image/x-wmf"/>
  <Override PartName="/ppt/media/image117.wmf" ContentType="image/x-wmf"/>
  <Override PartName="/ppt/media/image185.wmf" ContentType="image/x-wmf"/>
  <Override PartName="/ppt/media/image114.wmf" ContentType="image/x-wmf"/>
  <Override PartName="/ppt/media/image182.wmf" ContentType="image/x-wmf"/>
  <Override PartName="/ppt/media/image113.wmf" ContentType="image/x-wmf"/>
  <Override PartName="/ppt/media/image46.png" ContentType="image/png"/>
  <Override PartName="/ppt/media/image181.wmf" ContentType="image/x-wmf"/>
  <Override PartName="/ppt/media/image112.wmf" ContentType="image/x-wmf"/>
  <Override PartName="/ppt/media/image180.wmf" ContentType="image/x-wmf"/>
  <Override PartName="/ppt/media/image111.wmf" ContentType="image/x-wmf"/>
  <Override PartName="/ppt/media/image109.wmf" ContentType="image/x-wmf"/>
  <Override PartName="/ppt/media/image177.wmf" ContentType="image/x-wmf"/>
  <Override PartName="/ppt/media/image108.wmf" ContentType="image/x-wmf"/>
  <Override PartName="/ppt/media/image176.wmf" ContentType="image/x-wmf"/>
  <Override PartName="/ppt/media/image107.wmf" ContentType="image/x-wmf"/>
  <Override PartName="/ppt/media/image175.wmf" ContentType="image/x-wmf"/>
  <Override PartName="/ppt/media/image106.wmf" ContentType="image/x-wmf"/>
  <Override PartName="/ppt/media/image174.wmf" ContentType="image/x-wmf"/>
  <Override PartName="/ppt/media/image105.wmf" ContentType="image/x-wmf"/>
  <Override PartName="/ppt/media/image173.wmf" ContentType="image/x-wmf"/>
  <Override PartName="/ppt/media/image104.wmf" ContentType="image/x-wmf"/>
  <Override PartName="/ppt/media/image172.wmf" ContentType="image/x-wmf"/>
  <Override PartName="/ppt/media/image103.wmf" ContentType="image/x-wmf"/>
  <Override PartName="/ppt/media/image171.wmf" ContentType="image/x-wmf"/>
  <Override PartName="/ppt/media/image102.wmf" ContentType="image/x-wmf"/>
  <Override PartName="/ppt/media/image35.png" ContentType="image/png"/>
  <Override PartName="/ppt/media/image170.wmf" ContentType="image/x-wmf"/>
  <Override PartName="/ppt/media/image101.wmf" ContentType="image/x-wmf"/>
  <Override PartName="/ppt/media/image99.wmf" ContentType="image/x-wmf"/>
  <Override PartName="/ppt/media/image98.wmf" ContentType="image/x-wmf"/>
  <Override PartName="/ppt/media/image126.png" ContentType="image/png"/>
  <Override PartName="/ppt/media/image97.wmf" ContentType="image/x-wmf"/>
  <Override PartName="/ppt/media/image29.wmf" ContentType="image/x-wmf"/>
  <Override PartName="/ppt/media/image96.wmf" ContentType="image/x-wmf"/>
  <Override PartName="/ppt/media/image90.wmf" ContentType="image/x-wmf"/>
  <Override PartName="/ppt/media/image116.png" ContentType="image/png"/>
  <Override PartName="/ppt/media/image87.wmf" ContentType="image/x-wmf"/>
  <Override PartName="/ppt/media/image86.wmf" ContentType="image/x-wmf"/>
  <Override PartName="/ppt/media/image85.wmf" ContentType="image/x-wmf"/>
  <Override PartName="/ppt/media/image84.wmf" ContentType="image/x-wmf"/>
  <Override PartName="/ppt/media/image83.wmf" ContentType="image/x-wmf"/>
  <Override PartName="/ppt/media/image82.wmf" ContentType="image/x-wmf"/>
  <Override PartName="/ppt/media/image81.wmf" ContentType="image/x-wmf"/>
  <Override PartName="/ppt/media/image77.wmf" ContentType="image/x-wmf"/>
  <Override PartName="/ppt/media/image76.wmf" ContentType="image/x-wmf"/>
  <Override PartName="/ppt/media/image75.wmf" ContentType="image/x-wmf"/>
  <Override PartName="/ppt/media/image74.wmf" ContentType="image/x-wmf"/>
  <Override PartName="/ppt/media/image73.wmf" ContentType="image/x-wmf"/>
  <Override PartName="/ppt/media/image72.wmf" ContentType="image/x-wmf"/>
  <Override PartName="/ppt/media/image71.wmf" ContentType="image/x-wmf"/>
  <Override PartName="/ppt/media/image70.wmf" ContentType="image/x-wmf"/>
  <Override PartName="/ppt/media/image120.wmf" ContentType="image/x-wmf"/>
  <Override PartName="/ppt/media/image69.wmf" ContentType="image/x-wmf"/>
  <Override PartName="/ppt/media/image68.wmf" ContentType="image/x-wmf"/>
  <Override PartName="/ppt/media/image67.wmf" ContentType="image/x-wmf"/>
  <Override PartName="/ppt/media/image66.wmf" ContentType="image/x-wmf"/>
  <Override PartName="/ppt/media/image65.wmf" ContentType="image/x-wmf"/>
  <Override PartName="/ppt/media/image64.wmf" ContentType="image/x-wmf"/>
  <Override PartName="/ppt/media/image63.wmf" ContentType="image/x-wmf"/>
  <Override PartName="/ppt/media/image62.png" ContentType="image/png"/>
  <Override PartName="/ppt/media/image130.png" ContentType="image/png"/>
  <Override PartName="/ppt/media/image198.wmf" ContentType="image/x-wmf"/>
  <Override PartName="/ppt/media/image36.wmf" ContentType="image/x-wmf"/>
  <Override PartName="/ppt/media/image79.png" ContentType="image/png"/>
  <Override PartName="/ppt/media/image146.wmf" ContentType="image/x-wmf"/>
  <Override PartName="/ppt/media/image37.wmf" ContentType="image/x-wmf"/>
  <Override PartName="/ppt/media/image131.png" ContentType="image/png"/>
  <Override PartName="/ppt/media/image199.wmf" ContentType="image/x-wmf"/>
  <Override PartName="/ppt/media/image38.wmf" ContentType="image/x-wmf"/>
  <Override PartName="/ppt/media/image132.png" ContentType="image/png"/>
  <Override PartName="/ppt/media/image39.wmf" ContentType="image/x-wmf"/>
  <Override PartName="/ppt/media/image133.png" ContentType="image/png"/>
  <Override PartName="/ppt/media/image47.wmf" ContentType="image/x-wmf"/>
  <Override PartName="/ppt/media/image48.wmf" ContentType="image/x-wmf"/>
  <Override PartName="/ppt/media/image49.wmf" ContentType="image/x-wmf"/>
  <Override PartName="/ppt/media/image100.wmf" ContentType="image/x-wmf"/>
  <Override PartName="/ppt/media/image34.wmf" ContentType="image/x-wmf"/>
  <Override PartName="/ppt/media/image196.wmf" ContentType="image/x-wmf"/>
  <Override PartName="/ppt/media/image128.wmf" ContentType="image/x-wmf"/>
  <Override PartName="/ppt/media/image31.wmf" ContentType="image/x-wmf"/>
  <Override PartName="/ppt/media/image134.png" ContentType="image/png"/>
  <Override PartName="/ppt/media/image135.png" ContentType="image/png"/>
  <Override PartName="/ppt/media/image136.wmf" ContentType="image/x-wmf"/>
  <Override PartName="/ppt/media/image5.png" ContentType="image/png"/>
  <Override PartName="/ppt/media/image137.wmf" ContentType="image/x-wmf"/>
  <Override PartName="/ppt/media/image40.wmf" ContentType="image/x-wmf"/>
  <Override PartName="/ppt/media/image6.png" ContentType="image/png"/>
  <Override PartName="/ppt/media/image138.wmf" ContentType="image/x-wmf"/>
  <Override PartName="/ppt/media/image41.wmf" ContentType="image/x-wmf"/>
  <Override PartName="/ppt/media/image7.png" ContentType="image/png"/>
  <Override PartName="/ppt/media/image139.wmf" ContentType="image/x-wmf"/>
  <Override PartName="/ppt/media/image42.wmf" ContentType="image/x-wmf"/>
  <Override PartName="/ppt/media/image8.png" ContentType="image/png"/>
  <Override PartName="/ppt/media/image140.wmf" ContentType="image/x-wmf"/>
  <Override PartName="/ppt/media/image21.png" ContentType="image/png"/>
  <Override PartName="/ppt/media/image89.wmf" ContentType="image/x-wmf"/>
  <Override PartName="/ppt/media/image45.wmf" ContentType="image/x-wmf"/>
  <Override PartName="/ppt/media/image201.wmf" ContentType="image/x-wmf"/>
  <Override PartName="/ppt/media/image168.wmf" ContentType="image/x-wmf"/>
  <Override PartName="/ppt/media/image129.png" ContentType="image/png"/>
  <Override PartName="/ppt/media/image169.wmf" ContentType="image/x-wmf"/>
  <Override PartName="/ppt/media/image141.wmf" ContentType="image/x-wmf"/>
  <Override PartName="/ppt/media/image22.png" ContentType="image/png"/>
  <Override PartName="/ppt/media/image178.wmf" ContentType="image/x-wmf"/>
  <Override PartName="/ppt/media/image143.wmf" ContentType="image/x-wmf"/>
  <Override PartName="/ppt/media/image144.wmf" ContentType="image/x-wmf"/>
  <Override PartName="/ppt/media/image147.wmf" ContentType="image/x-wmf"/>
  <Override PartName="/ppt/media/image50.wmf" ContentType="image/x-wmf"/>
  <Override PartName="/ppt/media/image188.wmf" ContentType="image/x-wmf"/>
  <Override PartName="/ppt/media/image26.wmf" ContentType="image/x-wmf"/>
  <Override PartName="/ppt/media/image91.wmf" ContentType="image/x-wmf"/>
  <Override PartName="/ppt/media/image189.wmf" ContentType="image/x-wmf"/>
  <Override PartName="/ppt/media/image27.wmf" ContentType="image/x-wmf"/>
  <Override PartName="/ppt/media/image184.wmf" ContentType="image/x-wmf"/>
  <Override PartName="/ppt/media/image200.wmf" ContentType="image/x-wmf"/>
  <Override PartName="/ppt/media/image44.wmf" ContentType="image/x-wmf"/>
  <Override PartName="/ppt/media/image194.wmf" ContentType="image/x-wmf"/>
  <Override PartName="/ppt/media/image32.wmf" ContentType="image/x-wmf"/>
  <Override PartName="/ppt/media/image157.wmf" ContentType="image/x-wmf"/>
  <Override PartName="/ppt/media/image60.wmf" ContentType="image/x-wmf"/>
  <Override PartName="/ppt/media/image197.wmf" ContentType="image/x-wmf"/>
  <Override PartName="/ppt/media/image164.wmf" ContentType="image/x-wmf"/>
  <Override PartName="/ppt/media/image155.wmf" ContentType="image/x-wmf"/>
  <Override PartName="/ppt/media/image167.wmf" ContentType="image/x-wmf"/>
  <Override PartName="/ppt/media/image43.wmf" ContentType="image/x-wmf"/>
  <Override PartName="/ppt/media/image9.png" ContentType="image/png"/>
  <Override PartName="/ppt/media/image166.wmf" ContentType="image/x-wmf"/>
  <Override PartName="/ppt/media/image165.wmf" ContentType="image/x-wmf"/>
  <Override PartName="/ppt/media/image159.wmf" ContentType="image/x-wmf"/>
  <Override PartName="/ppt/media/image158.wmf" ContentType="image/x-wmf"/>
  <Override PartName="/ppt/media/image156.wmf" ContentType="image/x-wmf"/>
  <Override PartName="/ppt/media/image149.wmf" ContentType="image/x-wmf"/>
  <Override PartName="/ppt/media/image52.wmf" ContentType="image/x-wmf"/>
  <Override PartName="/ppt/media/image148.wmf" ContentType="image/x-wmf"/>
  <Override PartName="/ppt/media/image51.wmf" ContentType="image/x-wmf"/>
  <Override PartName="/ppt/media/image145.wmf" ContentType="image/x-wmf"/>
  <Override PartName="/ppt/media/image179.wmf" ContentType="image/x-wmf"/>
  <Override PartName="/ppt/media/image142.wmf" ContentType="image/x-wmf"/>
  <Override PartName="/ppt/media/image23.png" ContentType="image/png"/>
  <Override PartName="/ppt/media/image33.wmf" ContentType="image/x-wmf"/>
  <Override PartName="/ppt/media/image30.wmf" ContentType="image/x-wmf"/>
  <Override PartName="/ppt/media/image195.wmf" ContentType="image/x-wmf"/>
  <Override PartName="/ppt/media/image127.wmf" ContentType="image/x-wmf"/>
  <Override PartName="/ppt/media/image53.wmf" ContentType="image/x-wmf"/>
  <Override PartName="/ppt/media/image13.png" ContentType="image/png"/>
  <Override PartName="/ppt/media/image1.png" ContentType="image/png"/>
  <Override PartName="/ppt/media/image19.png" ContentType="image/png"/>
  <Override PartName="/ppt/media/image154.wmf" ContentType="image/x-wmf"/>
  <Override PartName="/ppt/media/image95.png" ContentType="image/png"/>
  <Override PartName="/ppt/media/image162.wmf" ContentType="image/x-wmf"/>
  <Override PartName="/ppt/media/image18.png" ContentType="image/png"/>
  <Override PartName="/ppt/media/image153.wmf" ContentType="image/x-wmf"/>
  <Override PartName="/ppt/media/image94.png" ContentType="image/png"/>
  <Override PartName="/ppt/media/image161.wmf" ContentType="image/x-wmf"/>
  <Override PartName="/ppt/media/image11.png" ContentType="image/png"/>
  <Override PartName="/ppt/media/image28.png" ContentType="image/png"/>
  <Override PartName="/ppt/media/image163.wmf" ContentType="image/x-wmf"/>
  <Override PartName="/ppt/media/image10.png" ContentType="image/png"/>
  <Override PartName="/ppt/media/image78.wmf" ContentType="image/x-wmf"/>
  <Override PartName="/ppt/media/image17.png" ContentType="image/png"/>
  <Override PartName="/ppt/media/image152.wmf" ContentType="image/x-wmf"/>
  <Override PartName="/ppt/media/image4.png" ContentType="image/png"/>
  <Override PartName="/ppt/media/image151.wmf" ContentType="image/x-wmf"/>
  <Override PartName="/ppt/media/image16.png" ContentType="image/png"/>
  <Override PartName="/ppt/media/image3.png" ContentType="image/png"/>
  <Override PartName="/ppt/media/image15.png" ContentType="image/png"/>
  <Override PartName="/ppt/media/image150.wmf" ContentType="image/x-wmf"/>
  <Override PartName="/ppt/media/image80.png" ContentType="image/png"/>
  <Override PartName="/ppt/media/image12.png" ContentType="image/png"/>
  <Override PartName="/ppt/media/image2.png" ContentType="image/png"/>
  <Override PartName="/ppt/media/image14.png" ContentType="image/png"/>
  <Override PartName="/ppt/media/image25.png" ContentType="image/png"/>
  <Override PartName="/ppt/media/image93.png" ContentType="image/png"/>
  <Override PartName="/ppt/media/image160.wmf" ContentType="image/x-wmf"/>
  <Override PartName="/ppt/media/image54.wmf" ContentType="image/x-wmf"/>
  <Override PartName="/ppt/media/image55.wmf" ContentType="image/x-wmf"/>
  <Override PartName="/ppt/media/image56.wmf" ContentType="image/x-wmf"/>
  <Override PartName="/ppt/media/image57.wmf" ContentType="image/x-wmf"/>
  <Override PartName="/ppt/media/image58.wmf" ContentType="image/x-wmf"/>
  <Override PartName="/ppt/media/image20.png" ContentType="image/png"/>
  <Override PartName="/ppt/media/image88.wmf" ContentType="image/x-wmf"/>
  <Override PartName="/ppt/media/image59.wmf" ContentType="image/x-wmf"/>
  <Override PartName="/ppt/media/image110.wmf" ContentType="image/x-wmf"/>
  <Override PartName="/ppt/media/image92.wmf" ContentType="image/x-wmf"/>
  <Override PartName="/ppt/media/image24.wmf" ContentType="image/x-wmf"/>
  <Override PartName="/ppt/media/image61.png" ContentType="image/png"/>
  <Override PartName="/ppt/media/image115.wmf" ContentType="image/x-wmf"/>
  <Override PartName="/ppt/media/image183.wmf" ContentType="image/x-wmf"/>
  <Override PartName="/ppt/slideLayouts/_rels/slideLayout52.xml.rels" ContentType="application/vnd.openxmlformats-package.relationships+xml"/>
  <Override PartName="/ppt/slideLayouts/_rels/slideLayout14.xml.rels" ContentType="application/vnd.openxmlformats-package.relationships+xml"/>
  <Override PartName="/ppt/slideLayouts/_rels/slideLayout30.xml.rels" ContentType="application/vnd.openxmlformats-package.relationships+xml"/>
  <Override PartName="/ppt/slideLayouts/_rels/slideLayout38.xml.rels" ContentType="application/vnd.openxmlformats-package.relationships+xml"/>
  <Override PartName="/ppt/slideLayouts/_rels/slideLayout45.xml.rels" ContentType="application/vnd.openxmlformats-package.relationships+xml"/>
  <Override PartName="/ppt/slideLayouts/_rels/slideLayout23.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31.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32.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2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41.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50.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2.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37.xml.rels" ContentType="application/vnd.openxmlformats-package.relationships+xml"/>
  <Override PartName="/ppt/slideLayouts/_rels/slideLayout44.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57.xml.rels" ContentType="application/vnd.openxmlformats-package.relationships+xml"/>
  <Override PartName="/ppt/slideLayouts/_rels/slideLayout16.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8.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46.xml.rels" ContentType="application/vnd.openxmlformats-package.relationships+xml"/>
  <Override PartName="/ppt/slideLayouts/_rels/slideLayout53.xml.rels" ContentType="application/vnd.openxmlformats-package.relationships+xml"/>
  <Override PartName="/ppt/slideLayouts/slideLayout56.xml" ContentType="application/vnd.openxmlformats-officedocument.presentationml.slideLayout+xml"/>
  <Override PartName="/ppt/slideLayouts/slideLayout13.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29.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59.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23.xml" ContentType="application/vnd.openxmlformats-officedocument.presentationml.slideLayout+xml"/>
  <Override PartName="/ppt/slideLayouts/slideLayout60.xml" ContentType="application/vnd.openxmlformats-officedocument.presentationml.slideLayout+xml"/>
  <Override PartName="/ppt/slideLayouts/slideLayout18.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slideLayouts/slideLayout6.xml" ContentType="application/vnd.openxmlformats-officedocument.presentationml.slideLayout+xml"/>
  <Override PartName="/ppt/slideLayouts/slideLayout44.xml" ContentType="application/vnd.openxmlformats-officedocument.presentationml.slideLayout+xml"/>
  <Override PartName="/ppt/slideLayouts/slideLayout7.xml" ContentType="application/vnd.openxmlformats-officedocument.presentationml.slideLayout+xml"/>
  <Override PartName="/ppt/slideLayouts/slideLayout45.xml" ContentType="application/vnd.openxmlformats-officedocument.presentationml.slideLayout+xml"/>
  <Override PartName="/ppt/slideLayouts/slideLayout8.xml" ContentType="application/vnd.openxmlformats-officedocument.presentationml.slideLayout+xml"/>
  <Override PartName="/ppt/slideLayouts/slideLayout46.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10.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4.xml.rels" ContentType="application/vnd.openxmlformats-package.relationships+xml"/>
  <Override PartName="/ppt/slides/_rels/slide47.xml.rels" ContentType="application/vnd.openxmlformats-package.relationships+xml"/>
  <Override PartName="/ppt/slides/_rels/slide5.xml.rels" ContentType="application/vnd.openxmlformats-package.relationships+xml"/>
  <Override PartName="/ppt/slides/_rels/slide40.xml.rels" ContentType="application/vnd.openxmlformats-package.relationships+xml"/>
  <Override PartName="/ppt/slides/_rels/slide48.xml.rels" ContentType="application/vnd.openxmlformats-package.relationships+xml"/>
  <Override PartName="/ppt/slides/_rels/slide33.xml.rels" ContentType="application/vnd.openxmlformats-package.relationships+xml"/>
  <Override PartName="/ppt/slides/_rels/slide6.xml.rels" ContentType="application/vnd.openxmlformats-package.relationships+xml"/>
  <Override PartName="/ppt/slides/_rels/slide41.xml.rels" ContentType="application/vnd.openxmlformats-package.relationships+xml"/>
  <Override PartName="/ppt/slides/_rels/slide34.xml.rels" ContentType="application/vnd.openxmlformats-package.relationships+xml"/>
  <Override PartName="/ppt/slides/_rels/slide7.xml.rels" ContentType="application/vnd.openxmlformats-package.relationships+xml"/>
  <Override PartName="/ppt/slides/_rels/slide42.xml.rels" ContentType="application/vnd.openxmlformats-package.relationships+xml"/>
  <Override PartName="/ppt/slides/_rels/slide35.xml.rels" ContentType="application/vnd.openxmlformats-package.relationships+xml"/>
  <Override PartName="/ppt/slides/_rels/slide1.xml.rels" ContentType="application/vnd.openxmlformats-package.relationships+xml"/>
  <Override PartName="/ppt/slides/_rels/slide20.xml.rels" ContentType="application/vnd.openxmlformats-package.relationships+xml"/>
  <Override PartName="/ppt/slides/_rels/slide10.xml.rels" ContentType="application/vnd.openxmlformats-package.relationships+xml"/>
  <Override PartName="/ppt/slides/_rels/slide32.xml.rels" ContentType="application/vnd.openxmlformats-package.relationships+xml"/>
  <Override PartName="/ppt/slides/_rels/slide16.xml.rels" ContentType="application/vnd.openxmlformats-package.relationships+xml"/>
  <Override PartName="/ppt/slides/_rels/slide25.xml.rels" ContentType="application/vnd.openxmlformats-package.relationships+xml"/>
  <Override PartName="/ppt/slides/_rels/slide46.xml.rels" ContentType="application/vnd.openxmlformats-package.relationships+xml"/>
  <Override PartName="/ppt/slides/_rels/slide30.xml.rels" ContentType="application/vnd.openxmlformats-package.relationships+xml"/>
  <Override PartName="/ppt/slides/_rels/slide45.xml.rels" ContentType="application/vnd.openxmlformats-package.relationships+xml"/>
  <Override PartName="/ppt/slides/_rels/slide14.xml.rels" ContentType="application/vnd.openxmlformats-package.relationships+xml"/>
  <Override PartName="/ppt/slides/_rels/slide29.xml.rels" ContentType="application/vnd.openxmlformats-package.relationships+xml"/>
  <Override PartName="/ppt/slides/_rels/slide23.xml.rels" ContentType="application/vnd.openxmlformats-package.relationships+xml"/>
  <Override PartName="/ppt/slides/_rels/slide38.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_rels/slide24.xml.rels" ContentType="application/vnd.openxmlformats-package.relationships+xml"/>
  <Override PartName="/ppt/slides/_rels/slide39.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8.xml.rels" ContentType="application/vnd.openxmlformats-package.relationships+xml"/>
  <Override PartName="/ppt/slides/_rels/slide44.xml.rels" ContentType="application/vnd.openxmlformats-package.relationships+xml"/>
  <Override PartName="/ppt/slides/_rels/slide22.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8.xml.rels" ContentType="application/vnd.openxmlformats-package.relationships+xml"/>
  <Override PartName="/ppt/slides/_rels/slide21.xml.rels" ContentType="application/vnd.openxmlformats-package.relationships+xml"/>
  <Override PartName="/ppt/slides/_rels/slide36.xml.rels" ContentType="application/vnd.openxmlformats-package.relationships+xml"/>
  <Override PartName="/ppt/slides/_rels/slide27.xml.rels" ContentType="application/vnd.openxmlformats-package.relationships+xml"/>
  <Override PartName="/ppt/slides/_rels/slide43.xml.rels" ContentType="application/vnd.openxmlformats-package.relationships+xml"/>
  <Override PartName="/ppt/slides/_rels/slide2.xml.rels" ContentType="application/vnd.openxmlformats-package.relationships+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13.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33.xml" ContentType="application/vnd.openxmlformats-officedocument.presentationml.slide+xml"/>
  <Override PartName="/ppt/slides/slide45.xml" ContentType="application/vnd.openxmlformats-officedocument.presentationml.slide+xml"/>
  <Override PartName="/ppt/slides/slide34.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9.xml" ContentType="application/vnd.openxmlformats-officedocument.presentationml.slide+xml"/>
  <Override PartName="/ppt/slides/slide44.xml" ContentType="application/vnd.openxmlformats-officedocument.presentationml.slide+xml"/>
  <Override PartName="/ppt/slides/slide41.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42.xml" ContentType="application/vnd.openxmlformats-officedocument.presentationml.slide+xml"/>
  <Override PartName="/ppt/slides/slide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2000" cy="6858000"/>
  <p:notesSz cx="12192000" cy="6858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ru-RU" sz="1800" spc="-1" strike="noStrike">
                <a:solidFill>
                  <a:srgbClr val="352379"/>
                </a:solidFill>
                <a:latin typeface="Montserrat"/>
              </a:rPr>
              <a:t>Для перемещения страницы щёлкните мышью</a:t>
            </a:r>
            <a:endParaRPr b="0" lang="ru-RU" sz="1800" spc="-1" strike="noStrike">
              <a:solidFill>
                <a:srgbClr val="352379"/>
              </a:solidFill>
              <a:latin typeface="Montserrat"/>
            </a:endParaRPr>
          </a:p>
        </p:txBody>
      </p:sp>
      <p:sp>
        <p:nvSpPr>
          <p:cNvPr id="22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ru-RU" sz="2000" spc="-1" strike="noStrike">
                <a:latin typeface="Arial"/>
              </a:rPr>
              <a:t>Для правки формата примечаний щёлкните мышью</a:t>
            </a:r>
            <a:endParaRPr b="0" lang="ru-RU" sz="2000" spc="-1" strike="noStrike">
              <a:latin typeface="Arial"/>
            </a:endParaRPr>
          </a:p>
        </p:txBody>
      </p:sp>
      <p:sp>
        <p:nvSpPr>
          <p:cNvPr id="226"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ru-RU" sz="1400" spc="-1" strike="noStrike">
                <a:latin typeface="Times New Roman"/>
              </a:rPr>
              <a:t>&lt;верхний колонтитул&gt;</a:t>
            </a:r>
            <a:endParaRPr b="0" lang="ru-RU" sz="1400" spc="-1" strike="noStrike">
              <a:latin typeface="Times New Roman"/>
            </a:endParaRPr>
          </a:p>
        </p:txBody>
      </p:sp>
      <p:sp>
        <p:nvSpPr>
          <p:cNvPr id="227" name="PlaceHolder 4"/>
          <p:cNvSpPr>
            <a:spLocks noGrp="1"/>
          </p:cNvSpPr>
          <p:nvPr>
            <p:ph type="dt" idx="13"/>
          </p:nvPr>
        </p:nvSpPr>
        <p:spPr>
          <a:xfrm>
            <a:off x="4278960" y="0"/>
            <a:ext cx="3280680" cy="534240"/>
          </a:xfrm>
          <a:prstGeom prst="rect">
            <a:avLst/>
          </a:prstGeom>
          <a:noFill/>
          <a:ln w="0">
            <a:noFill/>
          </a:ln>
        </p:spPr>
        <p:txBody>
          <a:bodyPr lIns="0" rIns="0" tIns="0" bIns="0" anchor="t">
            <a:noAutofit/>
          </a:bodyPr>
          <a:lstStyle>
            <a:lvl1pPr algn="r">
              <a:buNone/>
              <a:defRPr b="0" lang="ru-RU" sz="1400" spc="-1" strike="noStrike">
                <a:latin typeface="Times New Roman"/>
              </a:defRPr>
            </a:lvl1pPr>
          </a:lstStyle>
          <a:p>
            <a:pPr algn="r">
              <a:buNone/>
            </a:pPr>
            <a:r>
              <a:rPr b="0" lang="ru-RU" sz="1400" spc="-1" strike="noStrike">
                <a:latin typeface="Times New Roman"/>
              </a:rPr>
              <a:t>&lt;дата/время&gt;</a:t>
            </a:r>
            <a:endParaRPr b="0" lang="ru-RU" sz="1400" spc="-1" strike="noStrike">
              <a:latin typeface="Times New Roman"/>
            </a:endParaRPr>
          </a:p>
        </p:txBody>
      </p:sp>
      <p:sp>
        <p:nvSpPr>
          <p:cNvPr id="228" name="PlaceHolder 5"/>
          <p:cNvSpPr>
            <a:spLocks noGrp="1"/>
          </p:cNvSpPr>
          <p:nvPr>
            <p:ph type="ftr" idx="14"/>
          </p:nvPr>
        </p:nvSpPr>
        <p:spPr>
          <a:xfrm>
            <a:off x="0" y="10157400"/>
            <a:ext cx="3280680" cy="534240"/>
          </a:xfrm>
          <a:prstGeom prst="rect">
            <a:avLst/>
          </a:prstGeom>
          <a:noFill/>
          <a:ln w="0">
            <a:noFill/>
          </a:ln>
        </p:spPr>
        <p:txBody>
          <a:bodyPr lIns="0" rIns="0" tIns="0" bIns="0" anchor="b">
            <a:noAutofit/>
          </a:bodyPr>
          <a:lstStyle>
            <a:lvl1pPr>
              <a:defRPr b="0" lang="ru-RU" sz="1400" spc="-1" strike="noStrike">
                <a:latin typeface="Times New Roman"/>
              </a:defRPr>
            </a:lvl1pPr>
          </a:lstStyle>
          <a:p>
            <a:r>
              <a:rPr b="0" lang="ru-RU" sz="1400" spc="-1" strike="noStrike">
                <a:latin typeface="Times New Roman"/>
              </a:rPr>
              <a:t>&lt;нижний колонтитул&gt;</a:t>
            </a:r>
            <a:endParaRPr b="0" lang="ru-RU" sz="1400" spc="-1" strike="noStrike">
              <a:latin typeface="Times New Roman"/>
            </a:endParaRPr>
          </a:p>
        </p:txBody>
      </p:sp>
      <p:sp>
        <p:nvSpPr>
          <p:cNvPr id="229" name="PlaceHolder 6"/>
          <p:cNvSpPr>
            <a:spLocks noGrp="1"/>
          </p:cNvSpPr>
          <p:nvPr>
            <p:ph type="sldNum" idx="15"/>
          </p:nvPr>
        </p:nvSpPr>
        <p:spPr>
          <a:xfrm>
            <a:off x="4278960" y="10157400"/>
            <a:ext cx="3280680" cy="534240"/>
          </a:xfrm>
          <a:prstGeom prst="rect">
            <a:avLst/>
          </a:prstGeom>
          <a:noFill/>
          <a:ln w="0">
            <a:noFill/>
          </a:ln>
        </p:spPr>
        <p:txBody>
          <a:bodyPr lIns="0" rIns="0" tIns="0" bIns="0" anchor="b">
            <a:noAutofit/>
          </a:bodyPr>
          <a:lstStyle>
            <a:lvl1pPr algn="r">
              <a:buNone/>
              <a:defRPr b="0" lang="ru-RU" sz="1400" spc="-1" strike="noStrike">
                <a:latin typeface="Times New Roman"/>
              </a:defRPr>
            </a:lvl1pPr>
          </a:lstStyle>
          <a:p>
            <a:pPr algn="r">
              <a:buNone/>
            </a:pPr>
            <a:fld id="{A314F82A-66AA-4372-B1D2-CA1EC0FC10C9}" type="slidenum">
              <a:rPr b="0" lang="ru-RU" sz="1400" spc="-1" strike="noStrike">
                <a:latin typeface="Times New Roman"/>
              </a:rPr>
              <a:t>&lt;номер&gt;</a:t>
            </a:fld>
            <a:endParaRPr b="0" lang="ru-RU"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5" name="PlaceHolder 1"/>
          <p:cNvSpPr>
            <a:spLocks noGrp="1"/>
          </p:cNvSpPr>
          <p:nvPr>
            <p:ph type="sldNum" idx="28"/>
          </p:nvPr>
        </p:nvSpPr>
        <p:spPr>
          <a:xfrm>
            <a:off x="6905520" y="6513480"/>
            <a:ext cx="5283000" cy="344160"/>
          </a:xfrm>
          <a:prstGeom prst="rect">
            <a:avLst/>
          </a:prstGeom>
          <a:noFill/>
          <a:ln w="0">
            <a:noFill/>
          </a:ln>
        </p:spPr>
        <p:txBody>
          <a:bodyPr anchor="b">
            <a:noAutofit/>
          </a:bodyPr>
          <a:lstStyle>
            <a:lvl1pPr algn="r">
              <a:lnSpc>
                <a:spcPct val="100000"/>
              </a:lnSpc>
              <a:buNone/>
              <a:defRPr b="0" lang="ru-RU" sz="1200" spc="-1" strike="noStrike">
                <a:solidFill>
                  <a:srgbClr val="000000"/>
                </a:solidFill>
                <a:latin typeface="Arial"/>
              </a:defRPr>
            </a:lvl1pPr>
          </a:lstStyle>
          <a:p>
            <a:pPr algn="r">
              <a:lnSpc>
                <a:spcPct val="100000"/>
              </a:lnSpc>
              <a:buNone/>
            </a:pPr>
            <a:fld id="{5D272B25-0D2D-4E5D-BCCC-77E45FEE8FFC}" type="slidenum">
              <a:rPr b="0" lang="ru-RU" sz="1200" spc="-1" strike="noStrike">
                <a:solidFill>
                  <a:srgbClr val="000000"/>
                </a:solidFill>
                <a:latin typeface="Arial"/>
              </a:rPr>
              <a:t>&lt;номер&gt;</a:t>
            </a:fld>
            <a:endParaRPr b="0" lang="ru-RU" sz="1200" spc="-1" strike="noStrike">
              <a:latin typeface="Times New Roman"/>
            </a:endParaRPr>
          </a:p>
        </p:txBody>
      </p:sp>
      <p:sp>
        <p:nvSpPr>
          <p:cNvPr id="986" name="PlaceHolder 2"/>
          <p:cNvSpPr>
            <a:spLocks noGrp="1"/>
          </p:cNvSpPr>
          <p:nvPr>
            <p:ph type="sldImg"/>
          </p:nvPr>
        </p:nvSpPr>
        <p:spPr>
          <a:xfrm>
            <a:off x="4038480" y="857160"/>
            <a:ext cx="4114440" cy="2314080"/>
          </a:xfrm>
          <a:prstGeom prst="rect">
            <a:avLst/>
          </a:prstGeom>
          <a:ln w="0">
            <a:noFill/>
          </a:ln>
        </p:spPr>
      </p:sp>
      <p:sp>
        <p:nvSpPr>
          <p:cNvPr id="987" name="PlaceHolder 3"/>
          <p:cNvSpPr>
            <a:spLocks noGrp="1"/>
          </p:cNvSpPr>
          <p:nvPr>
            <p:ph type="body"/>
          </p:nvPr>
        </p:nvSpPr>
        <p:spPr>
          <a:xfrm>
            <a:off x="1219320" y="3300480"/>
            <a:ext cx="9753120" cy="2700000"/>
          </a:xfrm>
          <a:prstGeom prst="rect">
            <a:avLst/>
          </a:prstGeom>
          <a:noFill/>
          <a:ln w="0">
            <a:noFill/>
          </a:ln>
        </p:spPr>
        <p:txBody>
          <a:bodyPr anchor="t">
            <a:noAutofit/>
          </a:bodyPr>
          <a:p>
            <a:endParaRPr b="0" lang="ru-RU" sz="2000" spc="-1" strike="noStrike">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8" name="PlaceHolder 1"/>
          <p:cNvSpPr>
            <a:spLocks noGrp="1"/>
          </p:cNvSpPr>
          <p:nvPr>
            <p:ph type="sldNum" idx="29"/>
          </p:nvPr>
        </p:nvSpPr>
        <p:spPr>
          <a:xfrm>
            <a:off x="6905520" y="6513480"/>
            <a:ext cx="5283000" cy="344160"/>
          </a:xfrm>
          <a:prstGeom prst="rect">
            <a:avLst/>
          </a:prstGeom>
          <a:noFill/>
          <a:ln w="0">
            <a:noFill/>
          </a:ln>
        </p:spPr>
        <p:txBody>
          <a:bodyPr anchor="b">
            <a:noAutofit/>
          </a:bodyPr>
          <a:lstStyle>
            <a:lvl1pPr algn="r">
              <a:lnSpc>
                <a:spcPct val="100000"/>
              </a:lnSpc>
              <a:buNone/>
              <a:defRPr b="0" lang="ru-RU" sz="1200" spc="-1" strike="noStrike">
                <a:solidFill>
                  <a:srgbClr val="000000"/>
                </a:solidFill>
                <a:latin typeface="Arial"/>
              </a:defRPr>
            </a:lvl1pPr>
          </a:lstStyle>
          <a:p>
            <a:pPr algn="r">
              <a:lnSpc>
                <a:spcPct val="100000"/>
              </a:lnSpc>
              <a:buNone/>
            </a:pPr>
            <a:fld id="{D0AC82F4-BC2F-45F9-9DCC-65060DF58929}" type="slidenum">
              <a:rPr b="0" lang="ru-RU" sz="1200" spc="-1" strike="noStrike">
                <a:solidFill>
                  <a:srgbClr val="000000"/>
                </a:solidFill>
                <a:latin typeface="Arial"/>
              </a:rPr>
              <a:t>&lt;номер&gt;</a:t>
            </a:fld>
            <a:endParaRPr b="0" lang="ru-RU" sz="1200" spc="-1" strike="noStrike">
              <a:latin typeface="Times New Roman"/>
            </a:endParaRPr>
          </a:p>
        </p:txBody>
      </p:sp>
      <p:sp>
        <p:nvSpPr>
          <p:cNvPr id="989" name="PlaceHolder 2"/>
          <p:cNvSpPr>
            <a:spLocks noGrp="1"/>
          </p:cNvSpPr>
          <p:nvPr>
            <p:ph type="sldImg"/>
          </p:nvPr>
        </p:nvSpPr>
        <p:spPr>
          <a:xfrm>
            <a:off x="4038480" y="857160"/>
            <a:ext cx="4114440" cy="2314080"/>
          </a:xfrm>
          <a:prstGeom prst="rect">
            <a:avLst/>
          </a:prstGeom>
          <a:ln w="0">
            <a:noFill/>
          </a:ln>
        </p:spPr>
      </p:sp>
      <p:sp>
        <p:nvSpPr>
          <p:cNvPr id="990" name="PlaceHolder 3"/>
          <p:cNvSpPr>
            <a:spLocks noGrp="1"/>
          </p:cNvSpPr>
          <p:nvPr>
            <p:ph type="body"/>
          </p:nvPr>
        </p:nvSpPr>
        <p:spPr>
          <a:xfrm>
            <a:off x="1219320" y="3300480"/>
            <a:ext cx="9753120" cy="2700000"/>
          </a:xfrm>
          <a:prstGeom prst="rect">
            <a:avLst/>
          </a:prstGeom>
          <a:noFill/>
          <a:ln w="0">
            <a:noFill/>
          </a:ln>
        </p:spPr>
        <p:txBody>
          <a:bodyPr anchor="t">
            <a:noAutofit/>
          </a:bodyPr>
          <a:p>
            <a:endParaRPr b="0" lang="ru-RU" sz="20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1"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ru-RU"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3"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ru-RU"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2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2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2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2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26"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2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2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30"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32"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33"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3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3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3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38"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40" name="PlaceHolder 2"/>
          <p:cNvSpPr>
            <a:spLocks noGrp="1"/>
          </p:cNvSpPr>
          <p:nvPr>
            <p:ph/>
          </p:nvPr>
        </p:nvSpPr>
        <p:spPr>
          <a:xfrm>
            <a:off x="609480" y="160452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41" name="PlaceHolder 3"/>
          <p:cNvSpPr>
            <a:spLocks noGrp="1"/>
          </p:cNvSpPr>
          <p:nvPr>
            <p:ph/>
          </p:nvPr>
        </p:nvSpPr>
        <p:spPr>
          <a:xfrm>
            <a:off x="4319640" y="160452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42" name="PlaceHolder 4"/>
          <p:cNvSpPr>
            <a:spLocks noGrp="1"/>
          </p:cNvSpPr>
          <p:nvPr>
            <p:ph/>
          </p:nvPr>
        </p:nvSpPr>
        <p:spPr>
          <a:xfrm>
            <a:off x="8029800" y="160452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43" name="PlaceHolder 5"/>
          <p:cNvSpPr>
            <a:spLocks noGrp="1"/>
          </p:cNvSpPr>
          <p:nvPr>
            <p:ph/>
          </p:nvPr>
        </p:nvSpPr>
        <p:spPr>
          <a:xfrm>
            <a:off x="609480" y="368208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44" name="PlaceHolder 6"/>
          <p:cNvSpPr>
            <a:spLocks noGrp="1"/>
          </p:cNvSpPr>
          <p:nvPr>
            <p:ph/>
          </p:nvPr>
        </p:nvSpPr>
        <p:spPr>
          <a:xfrm>
            <a:off x="4319640" y="368208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45" name="PlaceHolder 7"/>
          <p:cNvSpPr>
            <a:spLocks noGrp="1"/>
          </p:cNvSpPr>
          <p:nvPr>
            <p:ph/>
          </p:nvPr>
        </p:nvSpPr>
        <p:spPr>
          <a:xfrm>
            <a:off x="8029800" y="368208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F035AF67-1088-493F-89DF-083068921492}" type="slidenum">
              <a:t>&lt;#&gt;</a:t>
            </a:fld>
          </a:p>
        </p:txBody>
      </p:sp>
      <p:sp>
        <p:nvSpPr>
          <p:cNvPr id="4" name="PlaceHolder 3"/>
          <p:cNvSpPr>
            <a:spLocks noGrp="1"/>
          </p:cNvSpPr>
          <p:nvPr>
            <p:ph type="dt" idx="3"/>
          </p:nvPr>
        </p:nvSpPr>
        <p:spPr/>
        <p:txBody>
          <a:bodyPr/>
          <a:p>
            <a:r>
              <a:rPr lang="ru-RU"/>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5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ru-RU"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5E45A7F8-D3A9-4D9E-9F8E-FB6442A35FFD}" type="slidenum">
              <a:t>&lt;#&gt;</a:t>
            </a:fld>
          </a:p>
        </p:txBody>
      </p:sp>
      <p:sp>
        <p:nvSpPr>
          <p:cNvPr id="6" name="PlaceHolder 5"/>
          <p:cNvSpPr>
            <a:spLocks noGrp="1"/>
          </p:cNvSpPr>
          <p:nvPr>
            <p:ph type="dt" idx="3"/>
          </p:nvPr>
        </p:nvSpPr>
        <p:spPr/>
        <p:txBody>
          <a:bodyPr/>
          <a:p>
            <a:r>
              <a:rPr lang="ru-RU"/>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5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1EC2E65-7BB7-4231-9A4E-1934060FCDE9}" type="slidenum">
              <a:t>&lt;#&gt;</a:t>
            </a:fld>
          </a:p>
        </p:txBody>
      </p:sp>
      <p:sp>
        <p:nvSpPr>
          <p:cNvPr id="6" name="PlaceHolder 5"/>
          <p:cNvSpPr>
            <a:spLocks noGrp="1"/>
          </p:cNvSpPr>
          <p:nvPr>
            <p:ph type="dt" idx="3"/>
          </p:nvPr>
        </p:nvSpPr>
        <p:spPr/>
        <p:txBody>
          <a:bodyPr/>
          <a:p>
            <a:r>
              <a:rPr lang="ru-RU"/>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5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6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063A7A9A-ACB9-46FB-BE41-64315E24DEA2}" type="slidenum">
              <a:t>&lt;#&gt;</a:t>
            </a:fld>
          </a:p>
        </p:txBody>
      </p:sp>
      <p:sp>
        <p:nvSpPr>
          <p:cNvPr id="7" name="PlaceHolder 6"/>
          <p:cNvSpPr>
            <a:spLocks noGrp="1"/>
          </p:cNvSpPr>
          <p:nvPr>
            <p:ph type="dt" idx="3"/>
          </p:nvPr>
        </p:nvSpPr>
        <p:spPr/>
        <p:txBody>
          <a:bodyPr/>
          <a:p>
            <a:r>
              <a:rPr lang="ru-RU"/>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CF993C72-4F11-4217-B93F-D62C9D9D3DE4}" type="slidenum">
              <a:t>&lt;#&gt;</a:t>
            </a:fld>
          </a:p>
        </p:txBody>
      </p:sp>
      <p:sp>
        <p:nvSpPr>
          <p:cNvPr id="5" name="PlaceHolder 4"/>
          <p:cNvSpPr>
            <a:spLocks noGrp="1"/>
          </p:cNvSpPr>
          <p:nvPr>
            <p:ph type="dt" idx="3"/>
          </p:nvPr>
        </p:nvSpPr>
        <p:spPr/>
        <p:txBody>
          <a:bodyPr/>
          <a:p>
            <a:r>
              <a:rPr lang="ru-RU"/>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2"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ru-RU"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18F0FCD5-D1A8-43A2-9FD5-37C97F4310B6}" type="slidenum">
              <a:t>&lt;#&gt;</a:t>
            </a:fld>
          </a:p>
        </p:txBody>
      </p:sp>
      <p:sp>
        <p:nvSpPr>
          <p:cNvPr id="5" name="PlaceHolder 4"/>
          <p:cNvSpPr>
            <a:spLocks noGrp="1"/>
          </p:cNvSpPr>
          <p:nvPr>
            <p:ph type="dt" idx="3"/>
          </p:nvPr>
        </p:nvSpPr>
        <p:spPr/>
        <p:txBody>
          <a:bodyPr/>
          <a:p>
            <a:r>
              <a:rPr lang="ru-RU"/>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6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6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6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134ADDE3-4DC0-49A6-A87B-B3EC152A43DD}" type="slidenum">
              <a:t>&lt;#&gt;</a:t>
            </a:fld>
          </a:p>
        </p:txBody>
      </p:sp>
      <p:sp>
        <p:nvSpPr>
          <p:cNvPr id="8" name="PlaceHolder 7"/>
          <p:cNvSpPr>
            <a:spLocks noGrp="1"/>
          </p:cNvSpPr>
          <p:nvPr>
            <p:ph type="dt" idx="3"/>
          </p:nvPr>
        </p:nvSpPr>
        <p:spPr/>
        <p:txBody>
          <a:bodyPr/>
          <a:p>
            <a:r>
              <a:rPr lang="ru-RU"/>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6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6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70"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9D8A543F-1F2B-4F3E-A786-0C7D94AF6399}" type="slidenum">
              <a:t>&lt;#&gt;</a:t>
            </a:fld>
          </a:p>
        </p:txBody>
      </p:sp>
      <p:sp>
        <p:nvSpPr>
          <p:cNvPr id="8" name="PlaceHolder 7"/>
          <p:cNvSpPr>
            <a:spLocks noGrp="1"/>
          </p:cNvSpPr>
          <p:nvPr>
            <p:ph type="dt" idx="3"/>
          </p:nvPr>
        </p:nvSpPr>
        <p:spPr/>
        <p:txBody>
          <a:bodyPr/>
          <a:p>
            <a:r>
              <a:rPr lang="ru-RU"/>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7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7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74"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4A4BCBFD-385F-4E6A-89B5-82DA1677D63B}" type="slidenum">
              <a:t>&lt;#&gt;</a:t>
            </a:fld>
          </a:p>
        </p:txBody>
      </p:sp>
      <p:sp>
        <p:nvSpPr>
          <p:cNvPr id="8" name="PlaceHolder 7"/>
          <p:cNvSpPr>
            <a:spLocks noGrp="1"/>
          </p:cNvSpPr>
          <p:nvPr>
            <p:ph type="dt" idx="3"/>
          </p:nvPr>
        </p:nvSpPr>
        <p:spPr/>
        <p:txBody>
          <a:bodyPr/>
          <a:p>
            <a:r>
              <a:rPr lang="ru-RU"/>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76"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77"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1CE69C10-C3E3-4A70-A310-C2819DD60C11}" type="slidenum">
              <a:t>&lt;#&gt;</a:t>
            </a:fld>
          </a:p>
        </p:txBody>
      </p:sp>
      <p:sp>
        <p:nvSpPr>
          <p:cNvPr id="7" name="PlaceHolder 6"/>
          <p:cNvSpPr>
            <a:spLocks noGrp="1"/>
          </p:cNvSpPr>
          <p:nvPr>
            <p:ph type="dt" idx="3"/>
          </p:nvPr>
        </p:nvSpPr>
        <p:spPr/>
        <p:txBody>
          <a:bodyPr/>
          <a:p>
            <a:r>
              <a:rPr lang="ru-RU"/>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7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8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8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82"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4A082114-DD88-4FF2-8F41-DEE268E5F247}" type="slidenum">
              <a:t>&lt;#&gt;</a:t>
            </a:fld>
          </a:p>
        </p:txBody>
      </p:sp>
      <p:sp>
        <p:nvSpPr>
          <p:cNvPr id="9" name="PlaceHolder 8"/>
          <p:cNvSpPr>
            <a:spLocks noGrp="1"/>
          </p:cNvSpPr>
          <p:nvPr>
            <p:ph type="dt" idx="3"/>
          </p:nvPr>
        </p:nvSpPr>
        <p:spPr/>
        <p:txBody>
          <a:bodyPr/>
          <a:p>
            <a:r>
              <a:rPr lang="ru-RU"/>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84" name="PlaceHolder 2"/>
          <p:cNvSpPr>
            <a:spLocks noGrp="1"/>
          </p:cNvSpPr>
          <p:nvPr>
            <p:ph/>
          </p:nvPr>
        </p:nvSpPr>
        <p:spPr>
          <a:xfrm>
            <a:off x="609480" y="160452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85" name="PlaceHolder 3"/>
          <p:cNvSpPr>
            <a:spLocks noGrp="1"/>
          </p:cNvSpPr>
          <p:nvPr>
            <p:ph/>
          </p:nvPr>
        </p:nvSpPr>
        <p:spPr>
          <a:xfrm>
            <a:off x="4319640" y="160452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86" name="PlaceHolder 4"/>
          <p:cNvSpPr>
            <a:spLocks noGrp="1"/>
          </p:cNvSpPr>
          <p:nvPr>
            <p:ph/>
          </p:nvPr>
        </p:nvSpPr>
        <p:spPr>
          <a:xfrm>
            <a:off x="8029800" y="160452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87" name="PlaceHolder 5"/>
          <p:cNvSpPr>
            <a:spLocks noGrp="1"/>
          </p:cNvSpPr>
          <p:nvPr>
            <p:ph/>
          </p:nvPr>
        </p:nvSpPr>
        <p:spPr>
          <a:xfrm>
            <a:off x="609480" y="368208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88" name="PlaceHolder 6"/>
          <p:cNvSpPr>
            <a:spLocks noGrp="1"/>
          </p:cNvSpPr>
          <p:nvPr>
            <p:ph/>
          </p:nvPr>
        </p:nvSpPr>
        <p:spPr>
          <a:xfrm>
            <a:off x="4319640" y="368208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89" name="PlaceHolder 7"/>
          <p:cNvSpPr>
            <a:spLocks noGrp="1"/>
          </p:cNvSpPr>
          <p:nvPr>
            <p:ph/>
          </p:nvPr>
        </p:nvSpPr>
        <p:spPr>
          <a:xfrm>
            <a:off x="8029800" y="368208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ACFF1793-76C6-422F-A83B-9F9BCFE169B5}" type="slidenum">
              <a:t>&lt;#&gt;</a:t>
            </a:fld>
          </a:p>
        </p:txBody>
      </p:sp>
      <p:sp>
        <p:nvSpPr>
          <p:cNvPr id="11" name="PlaceHolder 10"/>
          <p:cNvSpPr>
            <a:spLocks noGrp="1"/>
          </p:cNvSpPr>
          <p:nvPr>
            <p:ph type="dt" idx="3"/>
          </p:nvPr>
        </p:nvSpPr>
        <p:spPr/>
        <p:txBody>
          <a:bodyPr/>
          <a:p>
            <a:r>
              <a:rPr lang="ru-RU"/>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A58E1AE0-A704-40B0-B451-A2C822016A8A}" type="slidenum">
              <a:t>&lt;#&gt;</a:t>
            </a:fld>
          </a:p>
        </p:txBody>
      </p:sp>
      <p:sp>
        <p:nvSpPr>
          <p:cNvPr id="4" name="PlaceHolder 3"/>
          <p:cNvSpPr>
            <a:spLocks noGrp="1"/>
          </p:cNvSpPr>
          <p:nvPr>
            <p:ph type="dt" idx="4"/>
          </p:nvPr>
        </p:nvSpPr>
        <p:spPr/>
        <p:txBody>
          <a:bodyPr/>
          <a:p>
            <a:r>
              <a:rPr lang="ru-RU"/>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99"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ru-RU"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808B7790-C1D4-41F4-BFB6-C3D9246715BD}" type="slidenum">
              <a:t>&lt;#&gt;</a:t>
            </a:fld>
          </a:p>
        </p:txBody>
      </p:sp>
      <p:sp>
        <p:nvSpPr>
          <p:cNvPr id="6" name="PlaceHolder 5"/>
          <p:cNvSpPr>
            <a:spLocks noGrp="1"/>
          </p:cNvSpPr>
          <p:nvPr>
            <p:ph type="dt" idx="4"/>
          </p:nvPr>
        </p:nvSpPr>
        <p:spPr/>
        <p:txBody>
          <a:bodyPr/>
          <a:p>
            <a:r>
              <a:rPr lang="ru-RU"/>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0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E4FCD5B9-7048-4E95-9D4E-1D65C8FA588C}" type="slidenum">
              <a:t>&lt;#&gt;</a:t>
            </a:fld>
          </a:p>
        </p:txBody>
      </p:sp>
      <p:sp>
        <p:nvSpPr>
          <p:cNvPr id="6" name="PlaceHolder 5"/>
          <p:cNvSpPr>
            <a:spLocks noGrp="1"/>
          </p:cNvSpPr>
          <p:nvPr>
            <p:ph type="dt" idx="4"/>
          </p:nvPr>
        </p:nvSpPr>
        <p:spPr/>
        <p:txBody>
          <a:bodyPr/>
          <a:p>
            <a:r>
              <a:rPr lang="ru-RU"/>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03"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0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8A17E71B-FAC7-43D1-AE39-04829181BFC4}" type="slidenum">
              <a:t>&lt;#&gt;</a:t>
            </a:fld>
          </a:p>
        </p:txBody>
      </p:sp>
      <p:sp>
        <p:nvSpPr>
          <p:cNvPr id="7" name="PlaceHolder 6"/>
          <p:cNvSpPr>
            <a:spLocks noGrp="1"/>
          </p:cNvSpPr>
          <p:nvPr>
            <p:ph type="dt" idx="4"/>
          </p:nvPr>
        </p:nvSpPr>
        <p:spPr/>
        <p:txBody>
          <a:bodyPr/>
          <a:p>
            <a:r>
              <a:rPr lang="ru-RU"/>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26FC454B-566A-4B15-80B8-E7FB9D01071F}" type="slidenum">
              <a:t>&lt;#&gt;</a:t>
            </a:fld>
          </a:p>
        </p:txBody>
      </p:sp>
      <p:sp>
        <p:nvSpPr>
          <p:cNvPr id="5" name="PlaceHolder 4"/>
          <p:cNvSpPr>
            <a:spLocks noGrp="1"/>
          </p:cNvSpPr>
          <p:nvPr>
            <p:ph type="dt" idx="4"/>
          </p:nvPr>
        </p:nvSpPr>
        <p:spPr/>
        <p:txBody>
          <a:bodyPr/>
          <a:p>
            <a:r>
              <a:rPr lang="ru-RU"/>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6"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ru-RU"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1AB553EB-2ABC-4A33-B242-8A21CF27C106}" type="slidenum">
              <a:t>&lt;#&gt;</a:t>
            </a:fld>
          </a:p>
        </p:txBody>
      </p:sp>
      <p:sp>
        <p:nvSpPr>
          <p:cNvPr id="5" name="PlaceHolder 4"/>
          <p:cNvSpPr>
            <a:spLocks noGrp="1"/>
          </p:cNvSpPr>
          <p:nvPr>
            <p:ph type="dt" idx="4"/>
          </p:nvPr>
        </p:nvSpPr>
        <p:spPr/>
        <p:txBody>
          <a:bodyPr/>
          <a:p>
            <a:r>
              <a:rPr lang="ru-RU"/>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0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0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1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7895BC1-E89A-4250-93DE-0E7C679EF596}" type="slidenum">
              <a:t>&lt;#&gt;</a:t>
            </a:fld>
          </a:p>
        </p:txBody>
      </p:sp>
      <p:sp>
        <p:nvSpPr>
          <p:cNvPr id="8" name="PlaceHolder 7"/>
          <p:cNvSpPr>
            <a:spLocks noGrp="1"/>
          </p:cNvSpPr>
          <p:nvPr>
            <p:ph type="dt" idx="4"/>
          </p:nvPr>
        </p:nvSpPr>
        <p:spPr/>
        <p:txBody>
          <a:bodyPr/>
          <a:p>
            <a:r>
              <a:rPr lang="ru-RU"/>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1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1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14"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D14956CC-1AC7-414E-9A96-432229CF863D}" type="slidenum">
              <a:t>&lt;#&gt;</a:t>
            </a:fld>
          </a:p>
        </p:txBody>
      </p:sp>
      <p:sp>
        <p:nvSpPr>
          <p:cNvPr id="8" name="PlaceHolder 7"/>
          <p:cNvSpPr>
            <a:spLocks noGrp="1"/>
          </p:cNvSpPr>
          <p:nvPr>
            <p:ph type="dt" idx="4"/>
          </p:nvPr>
        </p:nvSpPr>
        <p:spPr/>
        <p:txBody>
          <a:bodyPr/>
          <a:p>
            <a:r>
              <a:rPr lang="ru-RU"/>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1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18"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C00E14A2-6BA1-4BCE-AB5A-B210AC5109AB}" type="slidenum">
              <a:t>&lt;#&gt;</a:t>
            </a:fld>
          </a:p>
        </p:txBody>
      </p:sp>
      <p:sp>
        <p:nvSpPr>
          <p:cNvPr id="8" name="PlaceHolder 7"/>
          <p:cNvSpPr>
            <a:spLocks noGrp="1"/>
          </p:cNvSpPr>
          <p:nvPr>
            <p:ph type="dt" idx="4"/>
          </p:nvPr>
        </p:nvSpPr>
        <p:spPr/>
        <p:txBody>
          <a:bodyPr/>
          <a:p>
            <a:r>
              <a:rPr lang="ru-RU"/>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20"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21"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3C193E3E-C61D-4346-B26B-75C3838882F8}" type="slidenum">
              <a:t>&lt;#&gt;</a:t>
            </a:fld>
          </a:p>
        </p:txBody>
      </p:sp>
      <p:sp>
        <p:nvSpPr>
          <p:cNvPr id="7" name="PlaceHolder 6"/>
          <p:cNvSpPr>
            <a:spLocks noGrp="1"/>
          </p:cNvSpPr>
          <p:nvPr>
            <p:ph type="dt" idx="4"/>
          </p:nvPr>
        </p:nvSpPr>
        <p:spPr/>
        <p:txBody>
          <a:bodyPr/>
          <a:p>
            <a:r>
              <a:rPr lang="ru-RU"/>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2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2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26"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E3CB0CCA-07AA-46AB-9B98-DC2C100D673F}" type="slidenum">
              <a:t>&lt;#&gt;</a:t>
            </a:fld>
          </a:p>
        </p:txBody>
      </p:sp>
      <p:sp>
        <p:nvSpPr>
          <p:cNvPr id="9" name="PlaceHolder 8"/>
          <p:cNvSpPr>
            <a:spLocks noGrp="1"/>
          </p:cNvSpPr>
          <p:nvPr>
            <p:ph type="dt" idx="4"/>
          </p:nvPr>
        </p:nvSpPr>
        <p:spPr/>
        <p:txBody>
          <a:bodyPr/>
          <a:p>
            <a:r>
              <a:rPr lang="ru-RU"/>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28" name="PlaceHolder 2"/>
          <p:cNvSpPr>
            <a:spLocks noGrp="1"/>
          </p:cNvSpPr>
          <p:nvPr>
            <p:ph/>
          </p:nvPr>
        </p:nvSpPr>
        <p:spPr>
          <a:xfrm>
            <a:off x="609480" y="160452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129" name="PlaceHolder 3"/>
          <p:cNvSpPr>
            <a:spLocks noGrp="1"/>
          </p:cNvSpPr>
          <p:nvPr>
            <p:ph/>
          </p:nvPr>
        </p:nvSpPr>
        <p:spPr>
          <a:xfrm>
            <a:off x="4319640" y="160452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130" name="PlaceHolder 4"/>
          <p:cNvSpPr>
            <a:spLocks noGrp="1"/>
          </p:cNvSpPr>
          <p:nvPr>
            <p:ph/>
          </p:nvPr>
        </p:nvSpPr>
        <p:spPr>
          <a:xfrm>
            <a:off x="8029800" y="160452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131" name="PlaceHolder 5"/>
          <p:cNvSpPr>
            <a:spLocks noGrp="1"/>
          </p:cNvSpPr>
          <p:nvPr>
            <p:ph/>
          </p:nvPr>
        </p:nvSpPr>
        <p:spPr>
          <a:xfrm>
            <a:off x="609480" y="368208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132" name="PlaceHolder 6"/>
          <p:cNvSpPr>
            <a:spLocks noGrp="1"/>
          </p:cNvSpPr>
          <p:nvPr>
            <p:ph/>
          </p:nvPr>
        </p:nvSpPr>
        <p:spPr>
          <a:xfrm>
            <a:off x="4319640" y="368208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133" name="PlaceHolder 7"/>
          <p:cNvSpPr>
            <a:spLocks noGrp="1"/>
          </p:cNvSpPr>
          <p:nvPr>
            <p:ph/>
          </p:nvPr>
        </p:nvSpPr>
        <p:spPr>
          <a:xfrm>
            <a:off x="8029800" y="368208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7D3B07B3-036C-4735-A881-FA10402D2F95}" type="slidenum">
              <a:t>&lt;#&gt;</a:t>
            </a:fld>
          </a:p>
        </p:txBody>
      </p:sp>
      <p:sp>
        <p:nvSpPr>
          <p:cNvPr id="11" name="PlaceHolder 10"/>
          <p:cNvSpPr>
            <a:spLocks noGrp="1"/>
          </p:cNvSpPr>
          <p:nvPr>
            <p:ph type="dt" idx="4"/>
          </p:nvPr>
        </p:nvSpPr>
        <p:spPr/>
        <p:txBody>
          <a:bodyPr/>
          <a:p>
            <a:r>
              <a:rPr lang="ru-RU"/>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F8CD17B3-5C60-4934-9C53-48A8A86AB4B3}" type="slidenum">
              <a:t>&lt;#&gt;</a:t>
            </a:fld>
          </a:p>
        </p:txBody>
      </p:sp>
      <p:sp>
        <p:nvSpPr>
          <p:cNvPr id="4" name="PlaceHolder 3"/>
          <p:cNvSpPr>
            <a:spLocks noGrp="1"/>
          </p:cNvSpPr>
          <p:nvPr>
            <p:ph type="dt" idx="7"/>
          </p:nvPr>
        </p:nvSpPr>
        <p:spPr/>
        <p:txBody>
          <a:bodyPr/>
          <a:p>
            <a:r>
              <a:rPr lang="ru-RU"/>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4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ru-RU"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FEFAB1FF-A2E3-4D18-9E17-0872156CC2CC}" type="slidenum">
              <a:t>&lt;#&gt;</a:t>
            </a:fld>
          </a:p>
        </p:txBody>
      </p:sp>
      <p:sp>
        <p:nvSpPr>
          <p:cNvPr id="6" name="PlaceHolder 5"/>
          <p:cNvSpPr>
            <a:spLocks noGrp="1"/>
          </p:cNvSpPr>
          <p:nvPr>
            <p:ph type="dt" idx="7"/>
          </p:nvPr>
        </p:nvSpPr>
        <p:spPr/>
        <p:txBody>
          <a:bodyPr/>
          <a:p>
            <a:r>
              <a:rPr lang="ru-RU"/>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4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4531774A-7CB4-4984-9CA7-FD0E5501D0B5}" type="slidenum">
              <a:t>&lt;#&gt;</a:t>
            </a:fld>
          </a:p>
        </p:txBody>
      </p:sp>
      <p:sp>
        <p:nvSpPr>
          <p:cNvPr id="6" name="PlaceHolder 5"/>
          <p:cNvSpPr>
            <a:spLocks noGrp="1"/>
          </p:cNvSpPr>
          <p:nvPr>
            <p:ph type="dt" idx="7"/>
          </p:nvPr>
        </p:nvSpPr>
        <p:spPr/>
        <p:txBody>
          <a:bodyPr/>
          <a:p>
            <a:r>
              <a:rPr lang="ru-RU"/>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4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5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64AE765C-0E31-4833-9F06-26CB84B76DCD}" type="slidenum">
              <a:t>&lt;#&gt;</a:t>
            </a:fld>
          </a:p>
        </p:txBody>
      </p:sp>
      <p:sp>
        <p:nvSpPr>
          <p:cNvPr id="7" name="PlaceHolder 6"/>
          <p:cNvSpPr>
            <a:spLocks noGrp="1"/>
          </p:cNvSpPr>
          <p:nvPr>
            <p:ph type="dt" idx="7"/>
          </p:nvPr>
        </p:nvSpPr>
        <p:spPr/>
        <p:txBody>
          <a:bodyPr/>
          <a:p>
            <a:r>
              <a:rPr lang="ru-RU"/>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A202F565-FE81-4168-BBFF-B55124E2EE79}" type="slidenum">
              <a:t>&lt;#&gt;</a:t>
            </a:fld>
          </a:p>
        </p:txBody>
      </p:sp>
      <p:sp>
        <p:nvSpPr>
          <p:cNvPr id="5" name="PlaceHolder 4"/>
          <p:cNvSpPr>
            <a:spLocks noGrp="1"/>
          </p:cNvSpPr>
          <p:nvPr>
            <p:ph type="dt" idx="7"/>
          </p:nvPr>
        </p:nvSpPr>
        <p:spPr/>
        <p:txBody>
          <a:bodyPr/>
          <a:p>
            <a:r>
              <a:rPr lang="ru-RU"/>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2"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ru-RU"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E2798D2C-8C96-4C82-8538-938C8B35C13B}" type="slidenum">
              <a:t>&lt;#&gt;</a:t>
            </a:fld>
          </a:p>
        </p:txBody>
      </p:sp>
      <p:sp>
        <p:nvSpPr>
          <p:cNvPr id="5" name="PlaceHolder 4"/>
          <p:cNvSpPr>
            <a:spLocks noGrp="1"/>
          </p:cNvSpPr>
          <p:nvPr>
            <p:ph type="dt" idx="7"/>
          </p:nvPr>
        </p:nvSpPr>
        <p:spPr/>
        <p:txBody>
          <a:bodyPr/>
          <a:p>
            <a:r>
              <a:rPr lang="ru-RU"/>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5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5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5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4DBF7D17-FE16-4293-9142-E6BAC2075BB7}" type="slidenum">
              <a:t>&lt;#&gt;</a:t>
            </a:fld>
          </a:p>
        </p:txBody>
      </p:sp>
      <p:sp>
        <p:nvSpPr>
          <p:cNvPr id="8" name="PlaceHolder 7"/>
          <p:cNvSpPr>
            <a:spLocks noGrp="1"/>
          </p:cNvSpPr>
          <p:nvPr>
            <p:ph type="dt" idx="7"/>
          </p:nvPr>
        </p:nvSpPr>
        <p:spPr/>
        <p:txBody>
          <a:bodyPr/>
          <a:p>
            <a:r>
              <a:rPr lang="ru-RU"/>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5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5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60"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55F56C40-43F9-4DD7-8BE1-117AE1431280}" type="slidenum">
              <a:t>&lt;#&gt;</a:t>
            </a:fld>
          </a:p>
        </p:txBody>
      </p:sp>
      <p:sp>
        <p:nvSpPr>
          <p:cNvPr id="8" name="PlaceHolder 7"/>
          <p:cNvSpPr>
            <a:spLocks noGrp="1"/>
          </p:cNvSpPr>
          <p:nvPr>
            <p:ph type="dt" idx="7"/>
          </p:nvPr>
        </p:nvSpPr>
        <p:spPr/>
        <p:txBody>
          <a:bodyPr/>
          <a:p>
            <a:r>
              <a:rPr lang="ru-RU"/>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6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6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64"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D1A998E7-5D24-442D-8488-9A92C5EA1376}" type="slidenum">
              <a:t>&lt;#&gt;</a:t>
            </a:fld>
          </a:p>
        </p:txBody>
      </p:sp>
      <p:sp>
        <p:nvSpPr>
          <p:cNvPr id="8" name="PlaceHolder 7"/>
          <p:cNvSpPr>
            <a:spLocks noGrp="1"/>
          </p:cNvSpPr>
          <p:nvPr>
            <p:ph type="dt" idx="7"/>
          </p:nvPr>
        </p:nvSpPr>
        <p:spPr/>
        <p:txBody>
          <a:bodyPr/>
          <a:p>
            <a:r>
              <a:rPr lang="ru-RU"/>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66"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67"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6F15321A-3DE4-4C01-B378-FBC1B065EE96}" type="slidenum">
              <a:t>&lt;#&gt;</a:t>
            </a:fld>
          </a:p>
        </p:txBody>
      </p:sp>
      <p:sp>
        <p:nvSpPr>
          <p:cNvPr id="7" name="PlaceHolder 6"/>
          <p:cNvSpPr>
            <a:spLocks noGrp="1"/>
          </p:cNvSpPr>
          <p:nvPr>
            <p:ph type="dt" idx="7"/>
          </p:nvPr>
        </p:nvSpPr>
        <p:spPr/>
        <p:txBody>
          <a:bodyPr/>
          <a:p>
            <a:r>
              <a:rPr lang="ru-RU"/>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6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7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7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72"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46B1CC99-4648-45F5-9CA8-E925912BEC45}" type="slidenum">
              <a:t>&lt;#&gt;</a:t>
            </a:fld>
          </a:p>
        </p:txBody>
      </p:sp>
      <p:sp>
        <p:nvSpPr>
          <p:cNvPr id="9" name="PlaceHolder 8"/>
          <p:cNvSpPr>
            <a:spLocks noGrp="1"/>
          </p:cNvSpPr>
          <p:nvPr>
            <p:ph type="dt" idx="7"/>
          </p:nvPr>
        </p:nvSpPr>
        <p:spPr/>
        <p:txBody>
          <a:bodyPr/>
          <a:p>
            <a:r>
              <a:rPr lang="ru-RU"/>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74" name="PlaceHolder 2"/>
          <p:cNvSpPr>
            <a:spLocks noGrp="1"/>
          </p:cNvSpPr>
          <p:nvPr>
            <p:ph/>
          </p:nvPr>
        </p:nvSpPr>
        <p:spPr>
          <a:xfrm>
            <a:off x="609480" y="160452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175" name="PlaceHolder 3"/>
          <p:cNvSpPr>
            <a:spLocks noGrp="1"/>
          </p:cNvSpPr>
          <p:nvPr>
            <p:ph/>
          </p:nvPr>
        </p:nvSpPr>
        <p:spPr>
          <a:xfrm>
            <a:off x="4319640" y="160452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176" name="PlaceHolder 4"/>
          <p:cNvSpPr>
            <a:spLocks noGrp="1"/>
          </p:cNvSpPr>
          <p:nvPr>
            <p:ph/>
          </p:nvPr>
        </p:nvSpPr>
        <p:spPr>
          <a:xfrm>
            <a:off x="8029800" y="160452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177" name="PlaceHolder 5"/>
          <p:cNvSpPr>
            <a:spLocks noGrp="1"/>
          </p:cNvSpPr>
          <p:nvPr>
            <p:ph/>
          </p:nvPr>
        </p:nvSpPr>
        <p:spPr>
          <a:xfrm>
            <a:off x="609480" y="368208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178" name="PlaceHolder 6"/>
          <p:cNvSpPr>
            <a:spLocks noGrp="1"/>
          </p:cNvSpPr>
          <p:nvPr>
            <p:ph/>
          </p:nvPr>
        </p:nvSpPr>
        <p:spPr>
          <a:xfrm>
            <a:off x="4319640" y="368208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179" name="PlaceHolder 7"/>
          <p:cNvSpPr>
            <a:spLocks noGrp="1"/>
          </p:cNvSpPr>
          <p:nvPr>
            <p:ph/>
          </p:nvPr>
        </p:nvSpPr>
        <p:spPr>
          <a:xfrm>
            <a:off x="8029800" y="368208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CF6217A3-6635-4AC8-A55F-024CAD8D1E83}" type="slidenum">
              <a:t>&lt;#&gt;</a:t>
            </a:fld>
          </a:p>
        </p:txBody>
      </p:sp>
      <p:sp>
        <p:nvSpPr>
          <p:cNvPr id="11" name="PlaceHolder 10"/>
          <p:cNvSpPr>
            <a:spLocks noGrp="1"/>
          </p:cNvSpPr>
          <p:nvPr>
            <p:ph type="dt" idx="7"/>
          </p:nvPr>
        </p:nvSpPr>
        <p:spPr/>
        <p:txBody>
          <a:bodyPr/>
          <a:p>
            <a:r>
              <a:rPr lang="ru-RU"/>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BC9C0C43-9CCD-49A6-9C7F-4032F91C59EF}" type="slidenum">
              <a:t>&lt;#&gt;</a:t>
            </a:fld>
          </a:p>
        </p:txBody>
      </p:sp>
      <p:sp>
        <p:nvSpPr>
          <p:cNvPr id="4" name="PlaceHolder 3"/>
          <p:cNvSpPr>
            <a:spLocks noGrp="1"/>
          </p:cNvSpPr>
          <p:nvPr>
            <p:ph type="dt" idx="10"/>
          </p:nvPr>
        </p:nvSpPr>
        <p:spPr/>
        <p:txBody>
          <a:bodyPr/>
          <a:p>
            <a:r>
              <a:rPr lang="ru-RU"/>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8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89"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ru-RU"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A1B13B12-BF8A-4A4E-A11E-19A9321318B6}" type="slidenum">
              <a:t>&lt;#&gt;</a:t>
            </a:fld>
          </a:p>
        </p:txBody>
      </p:sp>
      <p:sp>
        <p:nvSpPr>
          <p:cNvPr id="6" name="PlaceHolder 5"/>
          <p:cNvSpPr>
            <a:spLocks noGrp="1"/>
          </p:cNvSpPr>
          <p:nvPr>
            <p:ph type="dt" idx="10"/>
          </p:nvPr>
        </p:nvSpPr>
        <p:spPr/>
        <p:txBody>
          <a:bodyPr/>
          <a:p>
            <a:r>
              <a:rPr lang="ru-RU"/>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9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A02F3E72-A8B2-45F5-80FB-7B7FAFEE27F2}" type="slidenum">
              <a:t>&lt;#&gt;</a:t>
            </a:fld>
          </a:p>
        </p:txBody>
      </p:sp>
      <p:sp>
        <p:nvSpPr>
          <p:cNvPr id="6" name="PlaceHolder 5"/>
          <p:cNvSpPr>
            <a:spLocks noGrp="1"/>
          </p:cNvSpPr>
          <p:nvPr>
            <p:ph type="dt" idx="10"/>
          </p:nvPr>
        </p:nvSpPr>
        <p:spPr/>
        <p:txBody>
          <a:bodyPr/>
          <a:p>
            <a:r>
              <a:rPr lang="ru-RU"/>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93"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9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73AA6BF1-4E2A-491E-BD4C-81A184284835}" type="slidenum">
              <a:t>&lt;#&gt;</a:t>
            </a:fld>
          </a:p>
        </p:txBody>
      </p:sp>
      <p:sp>
        <p:nvSpPr>
          <p:cNvPr id="7" name="PlaceHolder 6"/>
          <p:cNvSpPr>
            <a:spLocks noGrp="1"/>
          </p:cNvSpPr>
          <p:nvPr>
            <p:ph type="dt" idx="10"/>
          </p:nvPr>
        </p:nvSpPr>
        <p:spPr/>
        <p:txBody>
          <a:bodyPr/>
          <a:p>
            <a:r>
              <a:rPr lang="ru-RU"/>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9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6E13F3B2-6FCF-4F78-9211-2B729E61EF83}" type="slidenum">
              <a:t>&lt;#&gt;</a:t>
            </a:fld>
          </a:p>
        </p:txBody>
      </p:sp>
      <p:sp>
        <p:nvSpPr>
          <p:cNvPr id="5" name="PlaceHolder 4"/>
          <p:cNvSpPr>
            <a:spLocks noGrp="1"/>
          </p:cNvSpPr>
          <p:nvPr>
            <p:ph type="dt" idx="10"/>
          </p:nvPr>
        </p:nvSpPr>
        <p:spPr/>
        <p:txBody>
          <a:bodyPr/>
          <a:p>
            <a:r>
              <a:rPr lang="ru-RU"/>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96"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ru-RU"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C7AE2E4B-B4F7-40CA-B34E-6C207748DEB3}" type="slidenum">
              <a:t>&lt;#&gt;</a:t>
            </a:fld>
          </a:p>
        </p:txBody>
      </p:sp>
      <p:sp>
        <p:nvSpPr>
          <p:cNvPr id="5" name="PlaceHolder 4"/>
          <p:cNvSpPr>
            <a:spLocks noGrp="1"/>
          </p:cNvSpPr>
          <p:nvPr>
            <p:ph type="dt" idx="10"/>
          </p:nvPr>
        </p:nvSpPr>
        <p:spPr/>
        <p:txBody>
          <a:bodyPr/>
          <a:p>
            <a:r>
              <a:rPr lang="ru-RU"/>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19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19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20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F0E82298-164E-4523-AD31-BC505DE52E9F}" type="slidenum">
              <a:t>&lt;#&gt;</a:t>
            </a:fld>
          </a:p>
        </p:txBody>
      </p:sp>
      <p:sp>
        <p:nvSpPr>
          <p:cNvPr id="8" name="PlaceHolder 7"/>
          <p:cNvSpPr>
            <a:spLocks noGrp="1"/>
          </p:cNvSpPr>
          <p:nvPr>
            <p:ph type="dt" idx="10"/>
          </p:nvPr>
        </p:nvSpPr>
        <p:spPr/>
        <p:txBody>
          <a:bodyPr/>
          <a:p>
            <a:r>
              <a:rPr lang="ru-RU"/>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20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20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204"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7477C89D-768F-4584-9FF7-E2C3BDD0F83F}" type="slidenum">
              <a:t>&lt;#&gt;</a:t>
            </a:fld>
          </a:p>
        </p:txBody>
      </p:sp>
      <p:sp>
        <p:nvSpPr>
          <p:cNvPr id="8" name="PlaceHolder 7"/>
          <p:cNvSpPr>
            <a:spLocks noGrp="1"/>
          </p:cNvSpPr>
          <p:nvPr>
            <p:ph type="dt" idx="10"/>
          </p:nvPr>
        </p:nvSpPr>
        <p:spPr/>
        <p:txBody>
          <a:bodyPr/>
          <a:p>
            <a:r>
              <a:rPr lang="ru-RU"/>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20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20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208"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6934A0D3-DBB1-4206-B57B-6EF9AB2B3111}" type="slidenum">
              <a:t>&lt;#&gt;</a:t>
            </a:fld>
          </a:p>
        </p:txBody>
      </p:sp>
      <p:sp>
        <p:nvSpPr>
          <p:cNvPr id="8" name="PlaceHolder 7"/>
          <p:cNvSpPr>
            <a:spLocks noGrp="1"/>
          </p:cNvSpPr>
          <p:nvPr>
            <p:ph type="dt" idx="10"/>
          </p:nvPr>
        </p:nvSpPr>
        <p:spPr/>
        <p:txBody>
          <a:bodyPr/>
          <a:p>
            <a:r>
              <a:rPr lang="ru-RU"/>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0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210"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211"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9C33A037-C2C3-4988-9313-8F8C887AE58D}" type="slidenum">
              <a:t>&lt;#&gt;</a:t>
            </a:fld>
          </a:p>
        </p:txBody>
      </p:sp>
      <p:sp>
        <p:nvSpPr>
          <p:cNvPr id="7" name="PlaceHolder 6"/>
          <p:cNvSpPr>
            <a:spLocks noGrp="1"/>
          </p:cNvSpPr>
          <p:nvPr>
            <p:ph type="dt" idx="10"/>
          </p:nvPr>
        </p:nvSpPr>
        <p:spPr/>
        <p:txBody>
          <a:bodyPr/>
          <a:p>
            <a:r>
              <a:rPr lang="ru-RU"/>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21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21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21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216"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ru-RU" sz="4000" spc="-1" strike="noStrike">
              <a:solidFill>
                <a:srgbClr val="352379"/>
              </a:solidFill>
              <a:latin typeface="Montserrat"/>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52AB10DA-8085-48F1-A3D1-056030FDA64A}" type="slidenum">
              <a:t>&lt;#&gt;</a:t>
            </a:fld>
          </a:p>
        </p:txBody>
      </p:sp>
      <p:sp>
        <p:nvSpPr>
          <p:cNvPr id="9" name="PlaceHolder 8"/>
          <p:cNvSpPr>
            <a:spLocks noGrp="1"/>
          </p:cNvSpPr>
          <p:nvPr>
            <p:ph type="dt" idx="10"/>
          </p:nvPr>
        </p:nvSpPr>
        <p:spPr/>
        <p:txBody>
          <a:bodyPr/>
          <a:p>
            <a:r>
              <a:rPr lang="ru-RU"/>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1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ru-RU" sz="1800" spc="-1" strike="noStrike">
              <a:solidFill>
                <a:srgbClr val="352379"/>
              </a:solidFill>
              <a:latin typeface="Montserrat"/>
            </a:endParaRPr>
          </a:p>
        </p:txBody>
      </p:sp>
      <p:sp>
        <p:nvSpPr>
          <p:cNvPr id="218" name="PlaceHolder 2"/>
          <p:cNvSpPr>
            <a:spLocks noGrp="1"/>
          </p:cNvSpPr>
          <p:nvPr>
            <p:ph/>
          </p:nvPr>
        </p:nvSpPr>
        <p:spPr>
          <a:xfrm>
            <a:off x="609480" y="160452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219" name="PlaceHolder 3"/>
          <p:cNvSpPr>
            <a:spLocks noGrp="1"/>
          </p:cNvSpPr>
          <p:nvPr>
            <p:ph/>
          </p:nvPr>
        </p:nvSpPr>
        <p:spPr>
          <a:xfrm>
            <a:off x="4319640" y="160452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220" name="PlaceHolder 4"/>
          <p:cNvSpPr>
            <a:spLocks noGrp="1"/>
          </p:cNvSpPr>
          <p:nvPr>
            <p:ph/>
          </p:nvPr>
        </p:nvSpPr>
        <p:spPr>
          <a:xfrm>
            <a:off x="8029800" y="160452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221" name="PlaceHolder 5"/>
          <p:cNvSpPr>
            <a:spLocks noGrp="1"/>
          </p:cNvSpPr>
          <p:nvPr>
            <p:ph/>
          </p:nvPr>
        </p:nvSpPr>
        <p:spPr>
          <a:xfrm>
            <a:off x="609480" y="368208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222" name="PlaceHolder 6"/>
          <p:cNvSpPr>
            <a:spLocks noGrp="1"/>
          </p:cNvSpPr>
          <p:nvPr>
            <p:ph/>
          </p:nvPr>
        </p:nvSpPr>
        <p:spPr>
          <a:xfrm>
            <a:off x="4319640" y="368208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223" name="PlaceHolder 7"/>
          <p:cNvSpPr>
            <a:spLocks noGrp="1"/>
          </p:cNvSpPr>
          <p:nvPr>
            <p:ph/>
          </p:nvPr>
        </p:nvSpPr>
        <p:spPr>
          <a:xfrm>
            <a:off x="8029800" y="3682080"/>
            <a:ext cx="3533040" cy="1896840"/>
          </a:xfrm>
          <a:prstGeom prst="rect">
            <a:avLst/>
          </a:prstGeom>
          <a:noFill/>
          <a:ln w="0">
            <a:noFill/>
          </a:ln>
        </p:spPr>
        <p:txBody>
          <a:bodyPr lIns="0" rIns="0" tIns="0" bIns="0" anchor="t">
            <a:normAutofit fontScale="73000"/>
          </a:bodyPr>
          <a:p>
            <a:pPr>
              <a:lnSpc>
                <a:spcPct val="90000"/>
              </a:lnSpc>
              <a:spcBef>
                <a:spcPts val="1417"/>
              </a:spcBef>
              <a:buNone/>
            </a:pPr>
            <a:endParaRPr b="0" lang="ru-RU" sz="4000" spc="-1" strike="noStrike">
              <a:solidFill>
                <a:srgbClr val="352379"/>
              </a:solidFill>
              <a:latin typeface="Montserrat"/>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0FA0ADE7-0D44-479E-87F0-41B0E5B47FB5}" type="slidenum">
              <a:t>&lt;#&gt;</a:t>
            </a:fld>
          </a:p>
        </p:txBody>
      </p:sp>
      <p:sp>
        <p:nvSpPr>
          <p:cNvPr id="11" name="PlaceHolder 10"/>
          <p:cNvSpPr>
            <a:spLocks noGrp="1"/>
          </p:cNvSpPr>
          <p:nvPr>
            <p:ph type="dt" idx="10"/>
          </p:nvPr>
        </p:nvSpPr>
        <p:spPr/>
        <p:txBody>
          <a:bodyPr/>
          <a:p>
            <a:r>
              <a:rPr lang="ru-RU"/>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slideLayout" Target="../slideLayouts/slideLayout1.xml"/><Relationship Id="rId8" Type="http://schemas.openxmlformats.org/officeDocument/2006/relationships/slideLayout" Target="../slideLayouts/slideLayout2.xml"/><Relationship Id="rId9" Type="http://schemas.openxmlformats.org/officeDocument/2006/relationships/slideLayout" Target="../slideLayouts/slideLayout3.xml"/><Relationship Id="rId10" Type="http://schemas.openxmlformats.org/officeDocument/2006/relationships/slideLayout" Target="../slideLayouts/slideLayout4.xml"/><Relationship Id="rId11" Type="http://schemas.openxmlformats.org/officeDocument/2006/relationships/slideLayout" Target="../slideLayouts/slideLayout5.xml"/><Relationship Id="rId12" Type="http://schemas.openxmlformats.org/officeDocument/2006/relationships/slideLayout" Target="../slideLayouts/slideLayout6.xml"/><Relationship Id="rId13" Type="http://schemas.openxmlformats.org/officeDocument/2006/relationships/slideLayout" Target="../slideLayouts/slideLayout7.xml"/><Relationship Id="rId14" Type="http://schemas.openxmlformats.org/officeDocument/2006/relationships/slideLayout" Target="../slideLayouts/slideLayout8.xml"/><Relationship Id="rId15" Type="http://schemas.openxmlformats.org/officeDocument/2006/relationships/slideLayout" Target="../slideLayouts/slideLayout9.xml"/><Relationship Id="rId16" Type="http://schemas.openxmlformats.org/officeDocument/2006/relationships/slideLayout" Target="../slideLayouts/slideLayout10.xml"/><Relationship Id="rId17" Type="http://schemas.openxmlformats.org/officeDocument/2006/relationships/slideLayout" Target="../slideLayouts/slideLayout11.xml"/><Relationship Id="rId18"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 Id="rId9" Type="http://schemas.openxmlformats.org/officeDocument/2006/relationships/slideLayout" Target="../slideLayouts/slideLayout17.xml"/><Relationship Id="rId10" Type="http://schemas.openxmlformats.org/officeDocument/2006/relationships/slideLayout" Target="../slideLayouts/slideLayout18.xml"/><Relationship Id="rId11" Type="http://schemas.openxmlformats.org/officeDocument/2006/relationships/slideLayout" Target="../slideLayouts/slideLayout19.xml"/><Relationship Id="rId12" Type="http://schemas.openxmlformats.org/officeDocument/2006/relationships/slideLayout" Target="../slideLayouts/slideLayout20.xml"/><Relationship Id="rId13" Type="http://schemas.openxmlformats.org/officeDocument/2006/relationships/slideLayout" Target="../slideLayouts/slideLayout21.xml"/><Relationship Id="rId14" Type="http://schemas.openxmlformats.org/officeDocument/2006/relationships/slideLayout" Target="../slideLayouts/slideLayout22.xml"/><Relationship Id="rId15" Type="http://schemas.openxmlformats.org/officeDocument/2006/relationships/slideLayout" Target="../slideLayouts/slideLayout23.xml"/><Relationship Id="rId16"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 Id="rId9" Type="http://schemas.openxmlformats.org/officeDocument/2006/relationships/slideLayout" Target="../slideLayouts/slideLayout29.xml"/><Relationship Id="rId10" Type="http://schemas.openxmlformats.org/officeDocument/2006/relationships/slideLayout" Target="../slideLayouts/slideLayout30.xml"/><Relationship Id="rId11" Type="http://schemas.openxmlformats.org/officeDocument/2006/relationships/slideLayout" Target="../slideLayouts/slideLayout31.xml"/><Relationship Id="rId12" Type="http://schemas.openxmlformats.org/officeDocument/2006/relationships/slideLayout" Target="../slideLayouts/slideLayout32.xml"/><Relationship Id="rId13" Type="http://schemas.openxmlformats.org/officeDocument/2006/relationships/slideLayout" Target="../slideLayouts/slideLayout33.xml"/><Relationship Id="rId14" Type="http://schemas.openxmlformats.org/officeDocument/2006/relationships/slideLayout" Target="../slideLayouts/slideLayout34.xml"/><Relationship Id="rId15" Type="http://schemas.openxmlformats.org/officeDocument/2006/relationships/slideLayout" Target="../slideLayouts/slideLayout35.xml"/><Relationship Id="rId16"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9" Type="http://schemas.openxmlformats.org/officeDocument/2006/relationships/slideLayout" Target="../slideLayouts/slideLayout41.xml"/><Relationship Id="rId10" Type="http://schemas.openxmlformats.org/officeDocument/2006/relationships/slideLayout" Target="../slideLayouts/slideLayout42.xml"/><Relationship Id="rId11" Type="http://schemas.openxmlformats.org/officeDocument/2006/relationships/slideLayout" Target="../slideLayouts/slideLayout43.xml"/><Relationship Id="rId12" Type="http://schemas.openxmlformats.org/officeDocument/2006/relationships/slideLayout" Target="../slideLayouts/slideLayout44.xml"/><Relationship Id="rId13" Type="http://schemas.openxmlformats.org/officeDocument/2006/relationships/slideLayout" Target="../slideLayouts/slideLayout45.xml"/><Relationship Id="rId14" Type="http://schemas.openxmlformats.org/officeDocument/2006/relationships/slideLayout" Target="../slideLayouts/slideLayout46.xml"/><Relationship Id="rId15" Type="http://schemas.openxmlformats.org/officeDocument/2006/relationships/slideLayout" Target="../slideLayouts/slideLayout47.xml"/><Relationship Id="rId16"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 Id="rId9" Type="http://schemas.openxmlformats.org/officeDocument/2006/relationships/slideLayout" Target="../slideLayouts/slideLayout53.xml"/><Relationship Id="rId10" Type="http://schemas.openxmlformats.org/officeDocument/2006/relationships/slideLayout" Target="../slideLayouts/slideLayout54.xml"/><Relationship Id="rId11" Type="http://schemas.openxmlformats.org/officeDocument/2006/relationships/slideLayout" Target="../slideLayouts/slideLayout55.xml"/><Relationship Id="rId12" Type="http://schemas.openxmlformats.org/officeDocument/2006/relationships/slideLayout" Target="../slideLayouts/slideLayout56.xml"/><Relationship Id="rId13" Type="http://schemas.openxmlformats.org/officeDocument/2006/relationships/slideLayout" Target="../slideLayouts/slideLayout57.xml"/><Relationship Id="rId14" Type="http://schemas.openxmlformats.org/officeDocument/2006/relationships/slideLayout" Target="../slideLayouts/slideLayout58.xml"/><Relationship Id="rId15" Type="http://schemas.openxmlformats.org/officeDocument/2006/relationships/slideLayout" Target="../slideLayouts/slideLayout59.xml"/><Relationship Id="rId16"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Рисунок 8" descr=""/>
          <p:cNvPicPr/>
          <p:nvPr/>
        </p:nvPicPr>
        <p:blipFill>
          <a:blip r:embed="rId2"/>
          <a:stretch/>
        </p:blipFill>
        <p:spPr>
          <a:xfrm>
            <a:off x="96480" y="0"/>
            <a:ext cx="12038040" cy="6771240"/>
          </a:xfrm>
          <a:prstGeom prst="rect">
            <a:avLst/>
          </a:prstGeom>
          <a:ln w="0">
            <a:noFill/>
          </a:ln>
        </p:spPr>
      </p:pic>
      <p:pic>
        <p:nvPicPr>
          <p:cNvPr id="1" name="Рисунок 11" descr=""/>
          <p:cNvPicPr/>
          <p:nvPr/>
        </p:nvPicPr>
        <p:blipFill>
          <a:blip r:embed="rId3"/>
          <a:stretch/>
        </p:blipFill>
        <p:spPr>
          <a:xfrm>
            <a:off x="0" y="-20520"/>
            <a:ext cx="12191760" cy="606240"/>
          </a:xfrm>
          <a:prstGeom prst="rect">
            <a:avLst/>
          </a:prstGeom>
          <a:ln w="0">
            <a:noFill/>
          </a:ln>
        </p:spPr>
      </p:pic>
      <p:pic>
        <p:nvPicPr>
          <p:cNvPr id="2" name="Рисунок 15" descr=""/>
          <p:cNvPicPr/>
          <p:nvPr/>
        </p:nvPicPr>
        <p:blipFill>
          <a:blip r:embed="rId4"/>
          <a:stretch/>
        </p:blipFill>
        <p:spPr>
          <a:xfrm>
            <a:off x="10760040" y="142200"/>
            <a:ext cx="952200" cy="293040"/>
          </a:xfrm>
          <a:prstGeom prst="rect">
            <a:avLst/>
          </a:prstGeom>
          <a:ln w="0">
            <a:noFill/>
          </a:ln>
        </p:spPr>
      </p:pic>
      <p:pic>
        <p:nvPicPr>
          <p:cNvPr id="3" name="Рисунок 11" descr=""/>
          <p:cNvPicPr/>
          <p:nvPr/>
        </p:nvPicPr>
        <p:blipFill>
          <a:blip r:embed="rId5"/>
          <a:srcRect l="0" t="2571" r="0" b="2571"/>
          <a:stretch/>
        </p:blipFill>
        <p:spPr>
          <a:xfrm>
            <a:off x="-35640" y="-32040"/>
            <a:ext cx="3650400" cy="6924960"/>
          </a:xfrm>
          <a:prstGeom prst="rect">
            <a:avLst/>
          </a:prstGeom>
          <a:ln w="0">
            <a:noFill/>
          </a:ln>
        </p:spPr>
      </p:pic>
      <p:sp>
        <p:nvSpPr>
          <p:cNvPr id="4" name="Прямоугольник 12"/>
          <p:cNvSpPr/>
          <p:nvPr/>
        </p:nvSpPr>
        <p:spPr>
          <a:xfrm>
            <a:off x="3615120" y="-32040"/>
            <a:ext cx="8576640" cy="6889680"/>
          </a:xfrm>
          <a:prstGeom prst="rect">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p:style>
      </p:sp>
      <p:sp>
        <p:nvSpPr>
          <p:cNvPr id="5" name="PlaceHolder 1"/>
          <p:cNvSpPr>
            <a:spLocks noGrp="1"/>
          </p:cNvSpPr>
          <p:nvPr>
            <p:ph type="body"/>
          </p:nvPr>
        </p:nvSpPr>
        <p:spPr>
          <a:xfrm>
            <a:off x="3800880" y="6024960"/>
            <a:ext cx="8055720" cy="746280"/>
          </a:xfrm>
          <a:prstGeom prst="rect">
            <a:avLst/>
          </a:prstGeom>
          <a:noFill/>
          <a:ln w="0">
            <a:noFill/>
          </a:ln>
        </p:spPr>
        <p:txBody>
          <a:bodyPr anchor="t">
            <a:noAutofit/>
          </a:bodyPr>
          <a:p>
            <a:pPr>
              <a:lnSpc>
                <a:spcPct val="100000"/>
              </a:lnSpc>
              <a:buNone/>
              <a:tabLst>
                <a:tab algn="l" pos="0"/>
              </a:tabLst>
            </a:pPr>
            <a:r>
              <a:rPr b="0" lang="ru-RU" sz="1600" spc="-1" strike="noStrike">
                <a:solidFill>
                  <a:srgbClr val="000000"/>
                </a:solidFill>
                <a:latin typeface="Montserrat"/>
                <a:ea typeface="Arial"/>
              </a:rPr>
              <a:t>Поле для дополнительной информации (16</a:t>
            </a:r>
            <a:r>
              <a:rPr b="0" lang="en-US" sz="1600" spc="-1" strike="noStrike">
                <a:solidFill>
                  <a:srgbClr val="000000"/>
                </a:solidFill>
                <a:latin typeface="Montserrat"/>
                <a:ea typeface="Arial"/>
              </a:rPr>
              <a:t>pt</a:t>
            </a:r>
            <a:r>
              <a:rPr b="0" lang="ru-RU" sz="1600" spc="-1" strike="noStrike">
                <a:solidFill>
                  <a:srgbClr val="000000"/>
                </a:solidFill>
                <a:latin typeface="Montserrat"/>
                <a:ea typeface="Arial"/>
              </a:rPr>
              <a:t>)</a:t>
            </a:r>
            <a:br>
              <a:rPr sz="1600"/>
            </a:br>
            <a:r>
              <a:rPr b="0" lang="ru-RU" sz="1600" spc="-1" strike="noStrike">
                <a:solidFill>
                  <a:srgbClr val="000000"/>
                </a:solidFill>
                <a:latin typeface="Montserrat"/>
                <a:ea typeface="Arial"/>
              </a:rPr>
              <a:t>(пример: Фамилия Имя Отчество; Должность; Место проведения)</a:t>
            </a:r>
            <a:endParaRPr b="0" lang="ru-RU" sz="1600" spc="-1" strike="noStrike">
              <a:solidFill>
                <a:srgbClr val="352379"/>
              </a:solidFill>
              <a:latin typeface="Montserrat"/>
            </a:endParaRPr>
          </a:p>
        </p:txBody>
      </p:sp>
      <p:sp>
        <p:nvSpPr>
          <p:cNvPr id="6" name="PlaceHolder 2"/>
          <p:cNvSpPr>
            <a:spLocks noGrp="1"/>
          </p:cNvSpPr>
          <p:nvPr>
            <p:ph type="body"/>
          </p:nvPr>
        </p:nvSpPr>
        <p:spPr>
          <a:xfrm>
            <a:off x="3800880" y="4003200"/>
            <a:ext cx="8050320" cy="1655280"/>
          </a:xfrm>
          <a:prstGeom prst="rect">
            <a:avLst/>
          </a:prstGeom>
          <a:noFill/>
          <a:ln w="0">
            <a:noFill/>
          </a:ln>
        </p:spPr>
        <p:txBody>
          <a:bodyPr anchor="t">
            <a:noAutofit/>
          </a:bodyPr>
          <a:p>
            <a:pPr>
              <a:lnSpc>
                <a:spcPct val="90000"/>
              </a:lnSpc>
              <a:spcBef>
                <a:spcPts val="1001"/>
              </a:spcBef>
              <a:buNone/>
              <a:tabLst>
                <a:tab algn="l" pos="0"/>
              </a:tabLst>
            </a:pPr>
            <a:r>
              <a:rPr b="0" lang="ru-RU" sz="2400" spc="-1" strike="noStrike">
                <a:solidFill>
                  <a:srgbClr val="352379"/>
                </a:solidFill>
                <a:latin typeface="Montserrat"/>
                <a:ea typeface="Arial"/>
              </a:rPr>
              <a:t>Если информации много, то</a:t>
            </a:r>
            <a:r>
              <a:rPr b="0" lang="en-US" sz="2400" spc="-1" strike="noStrike">
                <a:solidFill>
                  <a:srgbClr val="352379"/>
                </a:solidFill>
                <a:latin typeface="Montserrat"/>
                <a:ea typeface="Arial"/>
              </a:rPr>
              <a:t> </a:t>
            </a:r>
            <a:r>
              <a:rPr b="0" lang="ru-RU" sz="2400" spc="-1" strike="noStrike">
                <a:solidFill>
                  <a:srgbClr val="352379"/>
                </a:solidFill>
                <a:latin typeface="Montserrat"/>
                <a:ea typeface="Arial"/>
              </a:rPr>
              <a:t>рекомендуется </a:t>
            </a:r>
            <a:r>
              <a:rPr b="0" lang="en-US" sz="2400" spc="-1" strike="noStrike">
                <a:solidFill>
                  <a:srgbClr val="352379"/>
                </a:solidFill>
                <a:latin typeface="Montserrat"/>
                <a:ea typeface="Arial"/>
              </a:rPr>
              <a:t> </a:t>
            </a:r>
            <a:r>
              <a:rPr b="0" lang="ru-RU" sz="2400" spc="-1" strike="noStrike">
                <a:solidFill>
                  <a:srgbClr val="352379"/>
                </a:solidFill>
                <a:latin typeface="Montserrat"/>
                <a:ea typeface="Arial"/>
              </a:rPr>
              <a:t> использовать </a:t>
            </a:r>
            <a:r>
              <a:rPr b="0" lang="ru-RU" sz="2400" spc="-1" strike="noStrike">
                <a:solidFill>
                  <a:srgbClr val="352379"/>
                </a:solidFill>
                <a:latin typeface="Montserrat"/>
                <a:ea typeface="Arial"/>
              </a:rPr>
              <a:t>подзаголовок (24</a:t>
            </a:r>
            <a:r>
              <a:rPr b="0" lang="en-US" sz="2400" spc="-1" strike="noStrike">
                <a:solidFill>
                  <a:srgbClr val="352379"/>
                </a:solidFill>
                <a:latin typeface="Montserrat"/>
                <a:ea typeface="Arial"/>
              </a:rPr>
              <a:t>pt</a:t>
            </a:r>
            <a:r>
              <a:rPr b="0" lang="ru-RU" sz="2400" spc="-1" strike="noStrike">
                <a:solidFill>
                  <a:srgbClr val="352379"/>
                </a:solidFill>
                <a:latin typeface="Montserrat"/>
                <a:ea typeface="Arial"/>
              </a:rPr>
              <a:t>)</a:t>
            </a:r>
            <a:endParaRPr b="0" lang="ru-RU" sz="2400" spc="-1" strike="noStrike">
              <a:solidFill>
                <a:srgbClr val="352379"/>
              </a:solidFill>
              <a:latin typeface="Montserrat"/>
            </a:endParaRPr>
          </a:p>
          <a:p>
            <a:pPr>
              <a:lnSpc>
                <a:spcPct val="90000"/>
              </a:lnSpc>
              <a:spcBef>
                <a:spcPts val="1001"/>
              </a:spcBef>
              <a:buNone/>
              <a:tabLst>
                <a:tab algn="l" pos="0"/>
              </a:tabLst>
            </a:pPr>
            <a:endParaRPr b="0" lang="ru-RU" sz="2400" spc="-1" strike="noStrike">
              <a:solidFill>
                <a:srgbClr val="352379"/>
              </a:solidFill>
              <a:latin typeface="Montserrat"/>
            </a:endParaRPr>
          </a:p>
        </p:txBody>
      </p:sp>
      <p:sp>
        <p:nvSpPr>
          <p:cNvPr id="7" name="PlaceHolder 3"/>
          <p:cNvSpPr>
            <a:spLocks noGrp="1"/>
          </p:cNvSpPr>
          <p:nvPr>
            <p:ph type="body"/>
          </p:nvPr>
        </p:nvSpPr>
        <p:spPr>
          <a:xfrm>
            <a:off x="488520" y="6024960"/>
            <a:ext cx="2637720" cy="334800"/>
          </a:xfrm>
          <a:prstGeom prst="rect">
            <a:avLst/>
          </a:prstGeom>
          <a:noFill/>
          <a:ln w="0">
            <a:noFill/>
          </a:ln>
        </p:spPr>
        <p:txBody>
          <a:bodyPr anchor="t">
            <a:noAutofit/>
          </a:bodyPr>
          <a:p>
            <a:pPr>
              <a:lnSpc>
                <a:spcPct val="90000"/>
              </a:lnSpc>
              <a:spcBef>
                <a:spcPts val="1001"/>
              </a:spcBef>
              <a:buNone/>
              <a:tabLst>
                <a:tab algn="l" pos="0"/>
              </a:tabLst>
            </a:pPr>
            <a:r>
              <a:rPr b="0" lang="ru-RU" sz="1600" spc="-1" strike="noStrike">
                <a:solidFill>
                  <a:srgbClr val="ffffff"/>
                </a:solidFill>
                <a:latin typeface="Montserrat SemiBold"/>
                <a:ea typeface="Arial"/>
              </a:rPr>
              <a:t>Дата (хх.хх.хххх г.)</a:t>
            </a:r>
            <a:endParaRPr b="0" lang="ru-RU" sz="1600" spc="-1" strike="noStrike">
              <a:solidFill>
                <a:srgbClr val="352379"/>
              </a:solidFill>
              <a:latin typeface="Montserrat"/>
            </a:endParaRPr>
          </a:p>
        </p:txBody>
      </p:sp>
      <p:sp>
        <p:nvSpPr>
          <p:cNvPr id="8" name="PlaceHolder 4"/>
          <p:cNvSpPr>
            <a:spLocks noGrp="1"/>
          </p:cNvSpPr>
          <p:nvPr>
            <p:ph type="title"/>
          </p:nvPr>
        </p:nvSpPr>
        <p:spPr>
          <a:xfrm>
            <a:off x="3806280" y="1396440"/>
            <a:ext cx="8044920" cy="2032200"/>
          </a:xfrm>
          <a:prstGeom prst="rect">
            <a:avLst/>
          </a:prstGeom>
          <a:noFill/>
          <a:ln w="0">
            <a:noFill/>
          </a:ln>
        </p:spPr>
        <p:txBody>
          <a:bodyPr anchor="t">
            <a:noAutofit/>
          </a:bodyPr>
          <a:p>
            <a:pPr>
              <a:lnSpc>
                <a:spcPct val="100000"/>
              </a:lnSpc>
              <a:buNone/>
            </a:pPr>
            <a:r>
              <a:rPr b="0" lang="ru-RU" sz="4000" spc="-1" strike="noStrike">
                <a:solidFill>
                  <a:srgbClr val="352379"/>
                </a:solidFill>
                <a:latin typeface="Montserrat"/>
                <a:ea typeface="Arial"/>
              </a:rPr>
              <a:t>Название презентации может быть набрано </a:t>
            </a:r>
            <a:br>
              <a:rPr sz="4000"/>
            </a:br>
            <a:r>
              <a:rPr b="0" lang="ru-RU" sz="4000" spc="-1" strike="noStrike">
                <a:solidFill>
                  <a:srgbClr val="352379"/>
                </a:solidFill>
                <a:latin typeface="Montserrat"/>
                <a:ea typeface="Arial"/>
              </a:rPr>
              <a:t>в две или три строки</a:t>
            </a:r>
            <a:r>
              <a:rPr b="0" lang="en-US" sz="4000" spc="-1" strike="noStrike">
                <a:solidFill>
                  <a:srgbClr val="352379"/>
                </a:solidFill>
                <a:latin typeface="Montserrat"/>
                <a:ea typeface="Arial"/>
              </a:rPr>
              <a:t> (</a:t>
            </a:r>
            <a:r>
              <a:rPr b="0" lang="ru-RU" sz="4000" spc="-1" strike="noStrike">
                <a:solidFill>
                  <a:srgbClr val="352379"/>
                </a:solidFill>
                <a:latin typeface="Montserrat"/>
                <a:ea typeface="Arial"/>
              </a:rPr>
              <a:t>40</a:t>
            </a:r>
            <a:r>
              <a:rPr b="0" lang="en-US" sz="4000" spc="-1" strike="noStrike">
                <a:solidFill>
                  <a:srgbClr val="352379"/>
                </a:solidFill>
                <a:latin typeface="Montserrat"/>
                <a:ea typeface="Arial"/>
              </a:rPr>
              <a:t>pt)</a:t>
            </a:r>
            <a:endParaRPr b="0" lang="ru-RU" sz="4000" spc="-1" strike="noStrike">
              <a:solidFill>
                <a:srgbClr val="352379"/>
              </a:solidFill>
              <a:latin typeface="Montserrat"/>
            </a:endParaRPr>
          </a:p>
        </p:txBody>
      </p:sp>
      <p:pic>
        <p:nvPicPr>
          <p:cNvPr id="9" name="Рисунок 8" descr=""/>
          <p:cNvPicPr/>
          <p:nvPr/>
        </p:nvPicPr>
        <p:blipFill>
          <a:blip r:embed="rId6"/>
          <a:stretch/>
        </p:blipFill>
        <p:spPr>
          <a:xfrm>
            <a:off x="696960" y="405000"/>
            <a:ext cx="2185200" cy="6732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49" r:id="rId7"/>
    <p:sldLayoutId id="2147483650" r:id="rId8"/>
    <p:sldLayoutId id="2147483651" r:id="rId9"/>
    <p:sldLayoutId id="2147483652" r:id="rId10"/>
    <p:sldLayoutId id="2147483653" r:id="rId11"/>
    <p:sldLayoutId id="2147483654" r:id="rId12"/>
    <p:sldLayoutId id="2147483655" r:id="rId13"/>
    <p:sldLayoutId id="2147483656" r:id="rId14"/>
    <p:sldLayoutId id="2147483657" r:id="rId15"/>
    <p:sldLayoutId id="2147483658" r:id="rId16"/>
    <p:sldLayoutId id="2147483659" r:id="rId17"/>
    <p:sldLayoutId id="2147483660" r:id="rId18"/>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6" name="Рисунок 8" descr=""/>
          <p:cNvPicPr/>
          <p:nvPr/>
        </p:nvPicPr>
        <p:blipFill>
          <a:blip r:embed="rId2"/>
          <a:stretch/>
        </p:blipFill>
        <p:spPr>
          <a:xfrm>
            <a:off x="96480" y="0"/>
            <a:ext cx="12038040" cy="6771240"/>
          </a:xfrm>
          <a:prstGeom prst="rect">
            <a:avLst/>
          </a:prstGeom>
          <a:ln w="0">
            <a:noFill/>
          </a:ln>
        </p:spPr>
      </p:pic>
      <p:pic>
        <p:nvPicPr>
          <p:cNvPr id="47" name="Рисунок 11" descr=""/>
          <p:cNvPicPr/>
          <p:nvPr/>
        </p:nvPicPr>
        <p:blipFill>
          <a:blip r:embed="rId3"/>
          <a:stretch/>
        </p:blipFill>
        <p:spPr>
          <a:xfrm>
            <a:off x="0" y="-20520"/>
            <a:ext cx="12191760" cy="606240"/>
          </a:xfrm>
          <a:prstGeom prst="rect">
            <a:avLst/>
          </a:prstGeom>
          <a:ln w="0">
            <a:noFill/>
          </a:ln>
        </p:spPr>
      </p:pic>
      <p:pic>
        <p:nvPicPr>
          <p:cNvPr id="48" name="Рисунок 15" descr=""/>
          <p:cNvPicPr/>
          <p:nvPr/>
        </p:nvPicPr>
        <p:blipFill>
          <a:blip r:embed="rId4"/>
          <a:stretch/>
        </p:blipFill>
        <p:spPr>
          <a:xfrm>
            <a:off x="10760040" y="142200"/>
            <a:ext cx="952200" cy="293040"/>
          </a:xfrm>
          <a:prstGeom prst="rect">
            <a:avLst/>
          </a:prstGeom>
          <a:ln w="0">
            <a:noFill/>
          </a:ln>
        </p:spPr>
      </p:pic>
      <p:sp>
        <p:nvSpPr>
          <p:cNvPr id="49" name="PlaceHolder 1"/>
          <p:cNvSpPr>
            <a:spLocks noGrp="1"/>
          </p:cNvSpPr>
          <p:nvPr>
            <p:ph type="title"/>
          </p:nvPr>
        </p:nvSpPr>
        <p:spPr>
          <a:xfrm>
            <a:off x="952560" y="2425680"/>
            <a:ext cx="10898640" cy="1002960"/>
          </a:xfrm>
          <a:prstGeom prst="rect">
            <a:avLst/>
          </a:prstGeom>
          <a:noFill/>
          <a:ln w="0">
            <a:noFill/>
          </a:ln>
        </p:spPr>
        <p:txBody>
          <a:bodyPr anchor="t">
            <a:noAutofit/>
          </a:bodyPr>
          <a:p>
            <a:pPr>
              <a:lnSpc>
                <a:spcPct val="100000"/>
              </a:lnSpc>
              <a:buNone/>
            </a:pPr>
            <a:r>
              <a:rPr b="0" lang="ru-RU" sz="3600" spc="-1" strike="noStrike">
                <a:solidFill>
                  <a:srgbClr val="352379"/>
                </a:solidFill>
                <a:latin typeface="Montserrat SemiBold"/>
                <a:ea typeface="Arial"/>
              </a:rPr>
              <a:t>Образец заголовка</a:t>
            </a:r>
            <a:endParaRPr b="0" lang="ru-RU" sz="3600" spc="-1" strike="noStrike">
              <a:solidFill>
                <a:srgbClr val="352379"/>
              </a:solidFill>
              <a:latin typeface="Montserrat"/>
            </a:endParaRPr>
          </a:p>
        </p:txBody>
      </p:sp>
      <p:sp>
        <p:nvSpPr>
          <p:cNvPr id="50" name="PlaceHolder 2"/>
          <p:cNvSpPr>
            <a:spLocks noGrp="1"/>
          </p:cNvSpPr>
          <p:nvPr>
            <p:ph type="body"/>
          </p:nvPr>
        </p:nvSpPr>
        <p:spPr>
          <a:xfrm>
            <a:off x="952560" y="3676680"/>
            <a:ext cx="10401120" cy="2679480"/>
          </a:xfrm>
          <a:prstGeom prst="rect">
            <a:avLst/>
          </a:prstGeom>
          <a:noFill/>
          <a:ln w="0">
            <a:noFill/>
          </a:ln>
        </p:spPr>
        <p:txBody>
          <a:bodyPr anchor="t">
            <a:noAutofit/>
          </a:bodyPr>
          <a:p>
            <a:pPr>
              <a:lnSpc>
                <a:spcPct val="90000"/>
              </a:lnSpc>
              <a:spcBef>
                <a:spcPts val="1001"/>
              </a:spcBef>
              <a:buNone/>
              <a:tabLst>
                <a:tab algn="l" pos="0"/>
              </a:tabLst>
            </a:pPr>
            <a:r>
              <a:rPr b="0" lang="ru-RU" sz="4000" spc="-1" strike="noStrike">
                <a:solidFill>
                  <a:srgbClr val="352379"/>
                </a:solidFill>
                <a:latin typeface="Montserrat"/>
                <a:ea typeface="Arial"/>
              </a:rPr>
              <a:t>Образец текста</a:t>
            </a:r>
            <a:endParaRPr b="0" lang="ru-RU" sz="4000" spc="-1" strike="noStrike">
              <a:solidFill>
                <a:srgbClr val="352379"/>
              </a:solidFill>
              <a:latin typeface="Montserrat"/>
            </a:endParaRPr>
          </a:p>
          <a:p>
            <a:pPr marL="457200" algn="just">
              <a:lnSpc>
                <a:spcPct val="90000"/>
              </a:lnSpc>
              <a:spcBef>
                <a:spcPts val="499"/>
              </a:spcBef>
              <a:buNone/>
              <a:tabLst>
                <a:tab algn="l" pos="0"/>
              </a:tabLst>
            </a:pPr>
            <a:r>
              <a:rPr b="0" lang="ru-RU" sz="3200" spc="-1" strike="noStrike">
                <a:solidFill>
                  <a:srgbClr val="352379"/>
                </a:solidFill>
                <a:latin typeface="Montserrat"/>
                <a:ea typeface="Arial"/>
              </a:rPr>
              <a:t>Второй уровень</a:t>
            </a:r>
            <a:endParaRPr b="0" lang="ru-RU" sz="3200" spc="-1" strike="noStrike">
              <a:solidFill>
                <a:srgbClr val="352379"/>
              </a:solidFill>
              <a:latin typeface="Montserrat"/>
            </a:endParaRPr>
          </a:p>
          <a:p>
            <a:pPr marL="914400" algn="just">
              <a:lnSpc>
                <a:spcPct val="90000"/>
              </a:lnSpc>
              <a:spcBef>
                <a:spcPts val="499"/>
              </a:spcBef>
              <a:buNone/>
              <a:tabLst>
                <a:tab algn="l" pos="0"/>
              </a:tabLst>
            </a:pPr>
            <a:r>
              <a:rPr b="0" lang="ru-RU" sz="2400" spc="-1" strike="noStrike">
                <a:solidFill>
                  <a:srgbClr val="352379"/>
                </a:solidFill>
                <a:latin typeface="Montserrat"/>
                <a:ea typeface="Arial"/>
              </a:rPr>
              <a:t>Третий уровень</a:t>
            </a:r>
            <a:endParaRPr b="0" lang="ru-RU" sz="2400" spc="-1" strike="noStrike">
              <a:solidFill>
                <a:srgbClr val="352379"/>
              </a:solidFill>
              <a:latin typeface="Montserrat"/>
            </a:endParaRPr>
          </a:p>
          <a:p>
            <a:pPr marL="1371600" algn="just">
              <a:lnSpc>
                <a:spcPct val="90000"/>
              </a:lnSpc>
              <a:spcBef>
                <a:spcPts val="499"/>
              </a:spcBef>
              <a:buNone/>
              <a:tabLst>
                <a:tab algn="l" pos="0"/>
              </a:tabLst>
            </a:pPr>
            <a:r>
              <a:rPr b="0" lang="ru-RU" sz="1600" spc="-1" strike="noStrike">
                <a:solidFill>
                  <a:srgbClr val="352379"/>
                </a:solidFill>
                <a:latin typeface="Montserrat"/>
                <a:ea typeface="Arial"/>
              </a:rPr>
              <a:t>Четвертый уровень</a:t>
            </a:r>
            <a:endParaRPr b="0" lang="ru-RU" sz="1600" spc="-1" strike="noStrike">
              <a:solidFill>
                <a:srgbClr val="352379"/>
              </a:solidFill>
              <a:latin typeface="Montserrat"/>
            </a:endParaRPr>
          </a:p>
          <a:p>
            <a:pPr marL="1828800" algn="just">
              <a:lnSpc>
                <a:spcPct val="90000"/>
              </a:lnSpc>
              <a:spcBef>
                <a:spcPts val="499"/>
              </a:spcBef>
              <a:buNone/>
              <a:tabLst>
                <a:tab algn="l" pos="0"/>
              </a:tabLst>
            </a:pPr>
            <a:r>
              <a:rPr b="0" lang="ru-RU" sz="1400" spc="-1" strike="noStrike">
                <a:solidFill>
                  <a:srgbClr val="352379"/>
                </a:solidFill>
                <a:latin typeface="Montserrat"/>
                <a:ea typeface="Arial"/>
              </a:rPr>
              <a:t>Пятый уровень</a:t>
            </a:r>
            <a:endParaRPr b="0" lang="ru-RU" sz="1400" spc="-1" strike="noStrike">
              <a:solidFill>
                <a:srgbClr val="352379"/>
              </a:solidFill>
              <a:latin typeface="Montserrat"/>
            </a:endParaRPr>
          </a:p>
        </p:txBody>
      </p:sp>
      <p:sp>
        <p:nvSpPr>
          <p:cNvPr id="51" name="PlaceHolder 3"/>
          <p:cNvSpPr>
            <a:spLocks noGrp="1"/>
          </p:cNvSpPr>
          <p:nvPr>
            <p:ph type="ftr" idx="1"/>
          </p:nvPr>
        </p:nvSpPr>
        <p:spPr>
          <a:xfrm>
            <a:off x="479520" y="6356520"/>
            <a:ext cx="7673760" cy="364680"/>
          </a:xfrm>
          <a:prstGeom prst="rect">
            <a:avLst/>
          </a:prstGeom>
          <a:noFill/>
          <a:ln w="0">
            <a:noFill/>
          </a:ln>
        </p:spPr>
        <p:txBody>
          <a:bodyPr anchor="ctr">
            <a:noAutofit/>
          </a:bodyPr>
          <a:lstStyle>
            <a:lvl1pPr algn="ctr">
              <a:buNone/>
              <a:defRPr b="0" lang="ru-RU" sz="1400" spc="-1" strike="noStrike">
                <a:latin typeface="Times New Roman"/>
              </a:defRPr>
            </a:lvl1pPr>
          </a:lstStyle>
          <a:p>
            <a:pPr algn="ctr">
              <a:buNone/>
            </a:pPr>
            <a:r>
              <a:rPr b="0" lang="ru-RU" sz="1400" spc="-1" strike="noStrike">
                <a:latin typeface="Times New Roman"/>
              </a:rPr>
              <a:t>&lt;нижний колонтитул&gt;</a:t>
            </a:r>
            <a:endParaRPr b="0" lang="ru-RU" sz="1400" spc="-1" strike="noStrike">
              <a:latin typeface="Times New Roman"/>
            </a:endParaRPr>
          </a:p>
        </p:txBody>
      </p:sp>
      <p:sp>
        <p:nvSpPr>
          <p:cNvPr id="52" name="PlaceHolder 4"/>
          <p:cNvSpPr>
            <a:spLocks noGrp="1"/>
          </p:cNvSpPr>
          <p:nvPr>
            <p:ph type="sldNum" idx="2"/>
          </p:nvPr>
        </p:nvSpPr>
        <p:spPr>
          <a:xfrm>
            <a:off x="8969400" y="6350760"/>
            <a:ext cx="2857320" cy="364680"/>
          </a:xfrm>
          <a:prstGeom prst="rect">
            <a:avLst/>
          </a:prstGeom>
          <a:noFill/>
          <a:ln w="0">
            <a:noFill/>
          </a:ln>
        </p:spPr>
        <p:txBody>
          <a:bodyPr anchor="ctr">
            <a:noAutofit/>
          </a:bodyPr>
          <a:lstStyle>
            <a:lvl1pPr algn="r">
              <a:lnSpc>
                <a:spcPct val="100000"/>
              </a:lnSpc>
              <a:buNone/>
              <a:defRPr b="1" lang="ru-RU" sz="1600" spc="-1" strike="noStrike">
                <a:solidFill>
                  <a:srgbClr val="908da8"/>
                </a:solidFill>
                <a:latin typeface="Montserrat"/>
                <a:ea typeface="Arial"/>
              </a:defRPr>
            </a:lvl1pPr>
          </a:lstStyle>
          <a:p>
            <a:pPr algn="r">
              <a:lnSpc>
                <a:spcPct val="100000"/>
              </a:lnSpc>
              <a:buNone/>
            </a:pPr>
            <a:fld id="{1D2314C4-72A9-4295-B22A-2C5364F06DF0}" type="slidenum">
              <a:rPr b="1" lang="ru-RU" sz="1600" spc="-1" strike="noStrike">
                <a:solidFill>
                  <a:srgbClr val="908da8"/>
                </a:solidFill>
                <a:latin typeface="Montserrat"/>
                <a:ea typeface="Arial"/>
              </a:rPr>
              <a:t>&lt;номер&gt;</a:t>
            </a:fld>
            <a:endParaRPr b="0" lang="ru-RU" sz="1600" spc="-1" strike="noStrike">
              <a:latin typeface="Times New Roman"/>
            </a:endParaRPr>
          </a:p>
        </p:txBody>
      </p:sp>
      <p:sp>
        <p:nvSpPr>
          <p:cNvPr id="53" name="PlaceHolder 5"/>
          <p:cNvSpPr>
            <a:spLocks noGrp="1"/>
          </p:cNvSpPr>
          <p:nvPr>
            <p:ph type="dt" idx="3"/>
          </p:nvPr>
        </p:nvSpPr>
        <p:spPr>
          <a:xfrm>
            <a:off x="479520" y="6352560"/>
            <a:ext cx="2742840" cy="364680"/>
          </a:xfrm>
          <a:prstGeom prst="rect">
            <a:avLst/>
          </a:prstGeom>
          <a:noFill/>
          <a:ln w="0">
            <a:noFill/>
          </a:ln>
        </p:spPr>
        <p:txBody>
          <a:bodyPr anchor="ctr">
            <a:noAutofit/>
          </a:bodyPr>
          <a:lstStyle>
            <a:lvl1pPr>
              <a:defRPr b="0" lang="ru-RU" sz="1400" spc="-1" strike="noStrike">
                <a:latin typeface="Times New Roman"/>
              </a:defRPr>
            </a:lvl1pPr>
          </a:lstStyle>
          <a:p>
            <a:r>
              <a:rPr b="0" lang="ru-RU" sz="1400" spc="-1" strike="noStrike">
                <a:latin typeface="Times New Roman"/>
              </a:rPr>
              <a:t>&lt;дата/время&gt;</a:t>
            </a:r>
            <a:endParaRPr b="0" lang="ru-RU"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0" name="Рисунок 8" descr=""/>
          <p:cNvPicPr/>
          <p:nvPr/>
        </p:nvPicPr>
        <p:blipFill>
          <a:blip r:embed="rId2"/>
          <a:stretch/>
        </p:blipFill>
        <p:spPr>
          <a:xfrm>
            <a:off x="96480" y="0"/>
            <a:ext cx="12038040" cy="6771240"/>
          </a:xfrm>
          <a:prstGeom prst="rect">
            <a:avLst/>
          </a:prstGeom>
          <a:ln w="0">
            <a:noFill/>
          </a:ln>
        </p:spPr>
      </p:pic>
      <p:pic>
        <p:nvPicPr>
          <p:cNvPr id="91" name="Рисунок 11" descr=""/>
          <p:cNvPicPr/>
          <p:nvPr/>
        </p:nvPicPr>
        <p:blipFill>
          <a:blip r:embed="rId3"/>
          <a:stretch/>
        </p:blipFill>
        <p:spPr>
          <a:xfrm>
            <a:off x="0" y="-20520"/>
            <a:ext cx="12191760" cy="606240"/>
          </a:xfrm>
          <a:prstGeom prst="rect">
            <a:avLst/>
          </a:prstGeom>
          <a:ln w="0">
            <a:noFill/>
          </a:ln>
        </p:spPr>
      </p:pic>
      <p:pic>
        <p:nvPicPr>
          <p:cNvPr id="92" name="Рисунок 15" descr=""/>
          <p:cNvPicPr/>
          <p:nvPr/>
        </p:nvPicPr>
        <p:blipFill>
          <a:blip r:embed="rId4"/>
          <a:stretch/>
        </p:blipFill>
        <p:spPr>
          <a:xfrm>
            <a:off x="10760040" y="142200"/>
            <a:ext cx="952200" cy="293040"/>
          </a:xfrm>
          <a:prstGeom prst="rect">
            <a:avLst/>
          </a:prstGeom>
          <a:ln w="0">
            <a:noFill/>
          </a:ln>
        </p:spPr>
      </p:pic>
      <p:sp>
        <p:nvSpPr>
          <p:cNvPr id="93" name="PlaceHolder 1"/>
          <p:cNvSpPr>
            <a:spLocks noGrp="1"/>
          </p:cNvSpPr>
          <p:nvPr>
            <p:ph type="title"/>
          </p:nvPr>
        </p:nvSpPr>
        <p:spPr>
          <a:xfrm>
            <a:off x="952560" y="2425680"/>
            <a:ext cx="10898640" cy="1002960"/>
          </a:xfrm>
          <a:prstGeom prst="rect">
            <a:avLst/>
          </a:prstGeom>
          <a:noFill/>
          <a:ln w="0">
            <a:noFill/>
          </a:ln>
        </p:spPr>
        <p:txBody>
          <a:bodyPr anchor="t">
            <a:noAutofit/>
          </a:bodyPr>
          <a:p>
            <a:pPr>
              <a:lnSpc>
                <a:spcPct val="100000"/>
              </a:lnSpc>
              <a:buNone/>
            </a:pPr>
            <a:r>
              <a:rPr b="0" lang="ru-RU" sz="3600" spc="-1" strike="noStrike">
                <a:solidFill>
                  <a:srgbClr val="352379"/>
                </a:solidFill>
                <a:latin typeface="Montserrat SemiBold"/>
                <a:ea typeface="Arial"/>
              </a:rPr>
              <a:t>Образец заголовка</a:t>
            </a:r>
            <a:endParaRPr b="0" lang="ru-RU" sz="3600" spc="-1" strike="noStrike">
              <a:solidFill>
                <a:srgbClr val="352379"/>
              </a:solidFill>
              <a:latin typeface="Montserrat"/>
            </a:endParaRPr>
          </a:p>
        </p:txBody>
      </p:sp>
      <p:sp>
        <p:nvSpPr>
          <p:cNvPr id="94" name="PlaceHolder 2"/>
          <p:cNvSpPr>
            <a:spLocks noGrp="1"/>
          </p:cNvSpPr>
          <p:nvPr>
            <p:ph type="dt" idx="4"/>
          </p:nvPr>
        </p:nvSpPr>
        <p:spPr>
          <a:xfrm>
            <a:off x="479520" y="6352560"/>
            <a:ext cx="2742840" cy="364680"/>
          </a:xfrm>
          <a:prstGeom prst="rect">
            <a:avLst/>
          </a:prstGeom>
          <a:noFill/>
          <a:ln w="0">
            <a:noFill/>
          </a:ln>
        </p:spPr>
        <p:txBody>
          <a:bodyPr anchor="ctr">
            <a:noAutofit/>
          </a:bodyPr>
          <a:lstStyle>
            <a:lvl1pPr>
              <a:defRPr b="0" lang="ru-RU" sz="1400" spc="-1" strike="noStrike">
                <a:latin typeface="Times New Roman"/>
              </a:defRPr>
            </a:lvl1pPr>
          </a:lstStyle>
          <a:p>
            <a:r>
              <a:rPr b="0" lang="ru-RU" sz="1400" spc="-1" strike="noStrike">
                <a:latin typeface="Times New Roman"/>
              </a:rPr>
              <a:t>&lt;дата/время&gt;</a:t>
            </a:r>
            <a:endParaRPr b="0" lang="ru-RU" sz="1400" spc="-1" strike="noStrike">
              <a:latin typeface="Times New Roman"/>
            </a:endParaRPr>
          </a:p>
        </p:txBody>
      </p:sp>
      <p:sp>
        <p:nvSpPr>
          <p:cNvPr id="95" name="PlaceHolder 3"/>
          <p:cNvSpPr>
            <a:spLocks noGrp="1"/>
          </p:cNvSpPr>
          <p:nvPr>
            <p:ph type="ftr" idx="5"/>
          </p:nvPr>
        </p:nvSpPr>
        <p:spPr>
          <a:xfrm>
            <a:off x="479520" y="6356520"/>
            <a:ext cx="7673760" cy="364680"/>
          </a:xfrm>
          <a:prstGeom prst="rect">
            <a:avLst/>
          </a:prstGeom>
          <a:noFill/>
          <a:ln w="0">
            <a:noFill/>
          </a:ln>
        </p:spPr>
        <p:txBody>
          <a:bodyPr anchor="ctr">
            <a:noAutofit/>
          </a:bodyPr>
          <a:lstStyle>
            <a:lvl1pPr algn="ctr">
              <a:buNone/>
              <a:defRPr b="0" lang="ru-RU" sz="1400" spc="-1" strike="noStrike">
                <a:latin typeface="Times New Roman"/>
              </a:defRPr>
            </a:lvl1pPr>
          </a:lstStyle>
          <a:p>
            <a:pPr algn="ctr">
              <a:buNone/>
            </a:pPr>
            <a:r>
              <a:rPr b="0" lang="ru-RU" sz="1400" spc="-1" strike="noStrike">
                <a:latin typeface="Times New Roman"/>
              </a:rPr>
              <a:t>&lt;нижний колонтитул&gt;</a:t>
            </a:r>
            <a:endParaRPr b="0" lang="ru-RU" sz="1400" spc="-1" strike="noStrike">
              <a:latin typeface="Times New Roman"/>
            </a:endParaRPr>
          </a:p>
        </p:txBody>
      </p:sp>
      <p:sp>
        <p:nvSpPr>
          <p:cNvPr id="96" name="PlaceHolder 4"/>
          <p:cNvSpPr>
            <a:spLocks noGrp="1"/>
          </p:cNvSpPr>
          <p:nvPr>
            <p:ph type="sldNum" idx="6"/>
          </p:nvPr>
        </p:nvSpPr>
        <p:spPr>
          <a:xfrm>
            <a:off x="8969400" y="6350760"/>
            <a:ext cx="2857320" cy="364680"/>
          </a:xfrm>
          <a:prstGeom prst="rect">
            <a:avLst/>
          </a:prstGeom>
          <a:noFill/>
          <a:ln w="0">
            <a:noFill/>
          </a:ln>
        </p:spPr>
        <p:txBody>
          <a:bodyPr anchor="ctr">
            <a:noAutofit/>
          </a:bodyPr>
          <a:lstStyle>
            <a:lvl1pPr algn="r">
              <a:lnSpc>
                <a:spcPct val="100000"/>
              </a:lnSpc>
              <a:buNone/>
              <a:defRPr b="1" lang="ru-RU" sz="1600" spc="-1" strike="noStrike">
                <a:solidFill>
                  <a:srgbClr val="908da8"/>
                </a:solidFill>
                <a:latin typeface="Montserrat"/>
                <a:ea typeface="Arial"/>
              </a:defRPr>
            </a:lvl1pPr>
          </a:lstStyle>
          <a:p>
            <a:pPr algn="r">
              <a:lnSpc>
                <a:spcPct val="100000"/>
              </a:lnSpc>
              <a:buNone/>
            </a:pPr>
            <a:fld id="{8D242B0C-CCF1-400A-9665-97ABEB7DBD3A}" type="slidenum">
              <a:rPr b="1" lang="ru-RU" sz="1600" spc="-1" strike="noStrike">
                <a:solidFill>
                  <a:srgbClr val="908da8"/>
                </a:solidFill>
                <a:latin typeface="Montserrat"/>
                <a:ea typeface="Arial"/>
              </a:rPr>
              <a:t>&lt;номер&gt;</a:t>
            </a:fld>
            <a:endParaRPr b="0" lang="ru-RU" sz="1600" spc="-1" strike="noStrike">
              <a:latin typeface="Times New Roman"/>
            </a:endParaRPr>
          </a:p>
        </p:txBody>
      </p:sp>
      <p:sp>
        <p:nvSpPr>
          <p:cNvPr id="97"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ru-RU" sz="4000" spc="-1" strike="noStrike">
                <a:solidFill>
                  <a:srgbClr val="352379"/>
                </a:solidFill>
                <a:latin typeface="Montserrat"/>
              </a:rPr>
              <a:t>Для правки структуры щёлкните мышью</a:t>
            </a:r>
            <a:endParaRPr b="0" lang="ru-RU" sz="4000" spc="-1" strike="noStrike">
              <a:solidFill>
                <a:srgbClr val="352379"/>
              </a:solidFill>
              <a:latin typeface="Montserrat"/>
            </a:endParaRPr>
          </a:p>
          <a:p>
            <a:pPr lvl="1" marL="864000" indent="-324000" algn="just">
              <a:lnSpc>
                <a:spcPct val="90000"/>
              </a:lnSpc>
              <a:spcBef>
                <a:spcPts val="1134"/>
              </a:spcBef>
              <a:buClr>
                <a:srgbClr val="000000"/>
              </a:buClr>
              <a:buSzPct val="75000"/>
              <a:buFont typeface="Symbol" charset="2"/>
              <a:buChar char=""/>
            </a:pPr>
            <a:r>
              <a:rPr b="0" lang="ru-RU" sz="2400" spc="-1" strike="noStrike">
                <a:solidFill>
                  <a:srgbClr val="352379"/>
                </a:solidFill>
                <a:latin typeface="Montserrat"/>
              </a:rPr>
              <a:t>Второй уровень структуры</a:t>
            </a:r>
            <a:endParaRPr b="0" lang="ru-RU" sz="2400" spc="-1" strike="noStrike">
              <a:solidFill>
                <a:srgbClr val="352379"/>
              </a:solidFill>
              <a:latin typeface="Montserrat"/>
            </a:endParaRPr>
          </a:p>
          <a:p>
            <a:pPr lvl="2" marL="1296000" indent="-288000" algn="just">
              <a:lnSpc>
                <a:spcPct val="90000"/>
              </a:lnSpc>
              <a:spcBef>
                <a:spcPts val="850"/>
              </a:spcBef>
              <a:buClr>
                <a:srgbClr val="000000"/>
              </a:buClr>
              <a:buSzPct val="45000"/>
              <a:buFont typeface="Wingdings" charset="2"/>
              <a:buChar char=""/>
            </a:pPr>
            <a:r>
              <a:rPr b="0" lang="ru-RU" sz="1600" spc="-1" strike="noStrike">
                <a:solidFill>
                  <a:srgbClr val="352379"/>
                </a:solidFill>
                <a:latin typeface="Montserrat"/>
              </a:rPr>
              <a:t>Третий уровень структуры</a:t>
            </a:r>
            <a:endParaRPr b="0" lang="ru-RU" sz="1600" spc="-1" strike="noStrike">
              <a:solidFill>
                <a:srgbClr val="352379"/>
              </a:solidFill>
              <a:latin typeface="Montserrat"/>
            </a:endParaRPr>
          </a:p>
          <a:p>
            <a:pPr lvl="3" marL="1728000" indent="-216000" algn="just">
              <a:lnSpc>
                <a:spcPct val="90000"/>
              </a:lnSpc>
              <a:spcBef>
                <a:spcPts val="567"/>
              </a:spcBef>
              <a:buClr>
                <a:srgbClr val="000000"/>
              </a:buClr>
              <a:buSzPct val="75000"/>
              <a:buFont typeface="Symbol" charset="2"/>
              <a:buChar char=""/>
            </a:pPr>
            <a:r>
              <a:rPr b="0" lang="ru-RU" sz="1400" spc="-1" strike="noStrike">
                <a:solidFill>
                  <a:srgbClr val="352379"/>
                </a:solidFill>
                <a:latin typeface="Montserrat"/>
              </a:rPr>
              <a:t>Четвёртый уровень структуры</a:t>
            </a:r>
            <a:endParaRPr b="0" lang="ru-RU" sz="1400" spc="-1" strike="noStrike">
              <a:solidFill>
                <a:srgbClr val="352379"/>
              </a:solidFill>
              <a:latin typeface="Montserrat"/>
            </a:endParaRPr>
          </a:p>
          <a:p>
            <a:pPr lvl="4" marL="2160000" indent="-216000" algn="just">
              <a:lnSpc>
                <a:spcPct val="90000"/>
              </a:lnSpc>
              <a:spcBef>
                <a:spcPts val="283"/>
              </a:spcBef>
              <a:buClr>
                <a:srgbClr val="000000"/>
              </a:buClr>
              <a:buSzPct val="45000"/>
              <a:buFont typeface="Wingdings" charset="2"/>
              <a:buChar char=""/>
            </a:pPr>
            <a:r>
              <a:rPr b="0" lang="ru-RU" sz="2000" spc="-1" strike="noStrike">
                <a:solidFill>
                  <a:srgbClr val="352379"/>
                </a:solidFill>
                <a:latin typeface="Montserrat"/>
              </a:rPr>
              <a:t>Пятый уровень структуры</a:t>
            </a:r>
            <a:endParaRPr b="0" lang="ru-RU" sz="2000" spc="-1" strike="noStrike">
              <a:solidFill>
                <a:srgbClr val="352379"/>
              </a:solidFill>
              <a:latin typeface="Montserrat"/>
            </a:endParaRPr>
          </a:p>
          <a:p>
            <a:pPr lvl="5" marL="2592000" indent="-216000" algn="just">
              <a:lnSpc>
                <a:spcPct val="90000"/>
              </a:lnSpc>
              <a:spcBef>
                <a:spcPts val="283"/>
              </a:spcBef>
              <a:buClr>
                <a:srgbClr val="000000"/>
              </a:buClr>
              <a:buSzPct val="45000"/>
              <a:buFont typeface="Wingdings" charset="2"/>
              <a:buChar char=""/>
            </a:pPr>
            <a:r>
              <a:rPr b="0" lang="ru-RU" sz="2000" spc="-1" strike="noStrike">
                <a:solidFill>
                  <a:srgbClr val="352379"/>
                </a:solidFill>
                <a:latin typeface="Montserrat"/>
              </a:rPr>
              <a:t>Шестой уровень структуры</a:t>
            </a:r>
            <a:endParaRPr b="0" lang="ru-RU" sz="2000" spc="-1" strike="noStrike">
              <a:solidFill>
                <a:srgbClr val="352379"/>
              </a:solidFill>
              <a:latin typeface="Montserrat"/>
            </a:endParaRPr>
          </a:p>
          <a:p>
            <a:pPr lvl="6" marL="3024000" indent="-216000" algn="just">
              <a:lnSpc>
                <a:spcPct val="90000"/>
              </a:lnSpc>
              <a:spcBef>
                <a:spcPts val="283"/>
              </a:spcBef>
              <a:buClr>
                <a:srgbClr val="000000"/>
              </a:buClr>
              <a:buSzPct val="45000"/>
              <a:buFont typeface="Wingdings" charset="2"/>
              <a:buChar char=""/>
            </a:pPr>
            <a:r>
              <a:rPr b="0" lang="ru-RU" sz="2000" spc="-1" strike="noStrike">
                <a:solidFill>
                  <a:srgbClr val="352379"/>
                </a:solidFill>
                <a:latin typeface="Montserrat"/>
              </a:rPr>
              <a:t>Седьмой уровень структуры</a:t>
            </a:r>
            <a:endParaRPr b="0" lang="ru-RU" sz="2000" spc="-1" strike="noStrike">
              <a:solidFill>
                <a:srgbClr val="352379"/>
              </a:solidFill>
              <a:latin typeface="Montserrat"/>
            </a:endParaRPr>
          </a:p>
        </p:txBody>
      </p:sp>
    </p:spTree>
  </p:cSld>
  <p:clrMap bg1="lt1" bg2="lt2" tx1="dk1" tx2="dk2" accent1="accent1" accent2="accent2" accent3="accent3" accent4="accent4" accent5="accent5" accent6="accent6" hlink="hlink" folHlink="folHlink"/>
  <p:sldLayoutIdLst>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4" name="Рисунок 8" descr=""/>
          <p:cNvPicPr/>
          <p:nvPr/>
        </p:nvPicPr>
        <p:blipFill>
          <a:blip r:embed="rId2"/>
          <a:stretch/>
        </p:blipFill>
        <p:spPr>
          <a:xfrm>
            <a:off x="96480" y="0"/>
            <a:ext cx="12038040" cy="6771240"/>
          </a:xfrm>
          <a:prstGeom prst="rect">
            <a:avLst/>
          </a:prstGeom>
          <a:ln w="0">
            <a:noFill/>
          </a:ln>
        </p:spPr>
      </p:pic>
      <p:pic>
        <p:nvPicPr>
          <p:cNvPr id="135" name="Рисунок 11" descr=""/>
          <p:cNvPicPr/>
          <p:nvPr/>
        </p:nvPicPr>
        <p:blipFill>
          <a:blip r:embed="rId3"/>
          <a:stretch/>
        </p:blipFill>
        <p:spPr>
          <a:xfrm>
            <a:off x="0" y="-20520"/>
            <a:ext cx="12191760" cy="606240"/>
          </a:xfrm>
          <a:prstGeom prst="rect">
            <a:avLst/>
          </a:prstGeom>
          <a:ln w="0">
            <a:noFill/>
          </a:ln>
        </p:spPr>
      </p:pic>
      <p:pic>
        <p:nvPicPr>
          <p:cNvPr id="136" name="Рисунок 15" descr=""/>
          <p:cNvPicPr/>
          <p:nvPr/>
        </p:nvPicPr>
        <p:blipFill>
          <a:blip r:embed="rId4"/>
          <a:stretch/>
        </p:blipFill>
        <p:spPr>
          <a:xfrm>
            <a:off x="10760040" y="142200"/>
            <a:ext cx="952200" cy="293040"/>
          </a:xfrm>
          <a:prstGeom prst="rect">
            <a:avLst/>
          </a:prstGeom>
          <a:ln w="0">
            <a:noFill/>
          </a:ln>
        </p:spPr>
      </p:pic>
      <p:sp>
        <p:nvSpPr>
          <p:cNvPr id="137" name="PlaceHolder 1"/>
          <p:cNvSpPr>
            <a:spLocks noGrp="1"/>
          </p:cNvSpPr>
          <p:nvPr>
            <p:ph type="title"/>
          </p:nvPr>
        </p:nvSpPr>
        <p:spPr>
          <a:xfrm>
            <a:off x="766080" y="304920"/>
            <a:ext cx="10667520" cy="1215720"/>
          </a:xfrm>
          <a:prstGeom prst="rect">
            <a:avLst/>
          </a:prstGeom>
          <a:noFill/>
          <a:ln w="0">
            <a:noFill/>
          </a:ln>
        </p:spPr>
        <p:txBody>
          <a:bodyPr anchor="t">
            <a:noAutofit/>
          </a:bodyPr>
          <a:p>
            <a:pPr>
              <a:lnSpc>
                <a:spcPct val="100000"/>
              </a:lnSpc>
              <a:buNone/>
            </a:pPr>
            <a:r>
              <a:rPr b="0" lang="ru-RU" sz="3600" spc="-1" strike="noStrike">
                <a:solidFill>
                  <a:srgbClr val="352379"/>
                </a:solidFill>
                <a:latin typeface="Montserrat SemiBold"/>
                <a:ea typeface="Arial"/>
              </a:rPr>
              <a:t>Образец заголовка</a:t>
            </a:r>
            <a:endParaRPr b="0" lang="ru-RU" sz="3600" spc="-1" strike="noStrike">
              <a:solidFill>
                <a:srgbClr val="352379"/>
              </a:solidFill>
              <a:latin typeface="Montserrat"/>
            </a:endParaRPr>
          </a:p>
        </p:txBody>
      </p:sp>
      <p:sp>
        <p:nvSpPr>
          <p:cNvPr id="138" name="PlaceHolder 2"/>
          <p:cNvSpPr>
            <a:spLocks noGrp="1"/>
          </p:cNvSpPr>
          <p:nvPr>
            <p:ph type="body"/>
          </p:nvPr>
        </p:nvSpPr>
        <p:spPr>
          <a:xfrm>
            <a:off x="755640" y="1752480"/>
            <a:ext cx="5231880" cy="4266720"/>
          </a:xfrm>
          <a:prstGeom prst="rect">
            <a:avLst/>
          </a:prstGeom>
          <a:noFill/>
          <a:ln w="0">
            <a:noFill/>
          </a:ln>
        </p:spPr>
        <p:txBody>
          <a:bodyPr anchor="t">
            <a:noAutofit/>
          </a:bodyPr>
          <a:p>
            <a:pPr>
              <a:lnSpc>
                <a:spcPct val="90000"/>
              </a:lnSpc>
              <a:spcBef>
                <a:spcPts val="1001"/>
              </a:spcBef>
              <a:buNone/>
              <a:tabLst>
                <a:tab algn="l" pos="0"/>
              </a:tabLst>
            </a:pPr>
            <a:r>
              <a:rPr b="0" lang="ru-RU" sz="4000" spc="-1" strike="noStrike">
                <a:solidFill>
                  <a:srgbClr val="352379"/>
                </a:solidFill>
                <a:latin typeface="Montserrat"/>
                <a:ea typeface="Arial"/>
              </a:rPr>
              <a:t>Образец текста</a:t>
            </a:r>
            <a:endParaRPr b="0" lang="ru-RU" sz="4000" spc="-1" strike="noStrike">
              <a:solidFill>
                <a:srgbClr val="352379"/>
              </a:solidFill>
              <a:latin typeface="Montserrat"/>
            </a:endParaRPr>
          </a:p>
          <a:p>
            <a:pPr marL="457200" algn="just">
              <a:lnSpc>
                <a:spcPct val="90000"/>
              </a:lnSpc>
              <a:spcBef>
                <a:spcPts val="499"/>
              </a:spcBef>
              <a:buNone/>
              <a:tabLst>
                <a:tab algn="l" pos="0"/>
              </a:tabLst>
            </a:pPr>
            <a:r>
              <a:rPr b="0" lang="ru-RU" sz="3200" spc="-1" strike="noStrike">
                <a:solidFill>
                  <a:srgbClr val="352379"/>
                </a:solidFill>
                <a:latin typeface="Montserrat"/>
                <a:ea typeface="Arial"/>
              </a:rPr>
              <a:t>Второй уровень</a:t>
            </a:r>
            <a:endParaRPr b="0" lang="ru-RU" sz="3200" spc="-1" strike="noStrike">
              <a:solidFill>
                <a:srgbClr val="352379"/>
              </a:solidFill>
              <a:latin typeface="Montserrat"/>
            </a:endParaRPr>
          </a:p>
          <a:p>
            <a:pPr marL="914400" algn="just">
              <a:lnSpc>
                <a:spcPct val="90000"/>
              </a:lnSpc>
              <a:spcBef>
                <a:spcPts val="499"/>
              </a:spcBef>
              <a:buNone/>
              <a:tabLst>
                <a:tab algn="l" pos="0"/>
              </a:tabLst>
            </a:pPr>
            <a:r>
              <a:rPr b="0" lang="ru-RU" sz="2400" spc="-1" strike="noStrike">
                <a:solidFill>
                  <a:srgbClr val="352379"/>
                </a:solidFill>
                <a:latin typeface="Montserrat"/>
                <a:ea typeface="Arial"/>
              </a:rPr>
              <a:t>Третий уровень</a:t>
            </a:r>
            <a:endParaRPr b="0" lang="ru-RU" sz="2400" spc="-1" strike="noStrike">
              <a:solidFill>
                <a:srgbClr val="352379"/>
              </a:solidFill>
              <a:latin typeface="Montserrat"/>
            </a:endParaRPr>
          </a:p>
          <a:p>
            <a:pPr marL="1371600" algn="just">
              <a:lnSpc>
                <a:spcPct val="90000"/>
              </a:lnSpc>
              <a:spcBef>
                <a:spcPts val="499"/>
              </a:spcBef>
              <a:buNone/>
              <a:tabLst>
                <a:tab algn="l" pos="0"/>
              </a:tabLst>
            </a:pPr>
            <a:r>
              <a:rPr b="0" lang="ru-RU" sz="1600" spc="-1" strike="noStrike">
                <a:solidFill>
                  <a:srgbClr val="352379"/>
                </a:solidFill>
                <a:latin typeface="Montserrat"/>
                <a:ea typeface="Arial"/>
              </a:rPr>
              <a:t>Четвертый уровень</a:t>
            </a:r>
            <a:endParaRPr b="0" lang="ru-RU" sz="1600" spc="-1" strike="noStrike">
              <a:solidFill>
                <a:srgbClr val="352379"/>
              </a:solidFill>
              <a:latin typeface="Montserrat"/>
            </a:endParaRPr>
          </a:p>
          <a:p>
            <a:pPr marL="1828800" algn="just">
              <a:lnSpc>
                <a:spcPct val="90000"/>
              </a:lnSpc>
              <a:spcBef>
                <a:spcPts val="499"/>
              </a:spcBef>
              <a:buNone/>
              <a:tabLst>
                <a:tab algn="l" pos="0"/>
              </a:tabLst>
            </a:pPr>
            <a:r>
              <a:rPr b="0" lang="ru-RU" sz="1400" spc="-1" strike="noStrike">
                <a:solidFill>
                  <a:srgbClr val="352379"/>
                </a:solidFill>
                <a:latin typeface="Montserrat"/>
                <a:ea typeface="Arial"/>
              </a:rPr>
              <a:t>Пятый уровень</a:t>
            </a:r>
            <a:endParaRPr b="0" lang="ru-RU" sz="1400" spc="-1" strike="noStrike">
              <a:solidFill>
                <a:srgbClr val="352379"/>
              </a:solidFill>
              <a:latin typeface="Montserrat"/>
            </a:endParaRPr>
          </a:p>
        </p:txBody>
      </p:sp>
      <p:sp>
        <p:nvSpPr>
          <p:cNvPr id="139" name="PlaceHolder 3"/>
          <p:cNvSpPr>
            <a:spLocks noGrp="1"/>
          </p:cNvSpPr>
          <p:nvPr>
            <p:ph type="body"/>
          </p:nvPr>
        </p:nvSpPr>
        <p:spPr>
          <a:xfrm>
            <a:off x="6191280" y="1752480"/>
            <a:ext cx="5231880" cy="2057040"/>
          </a:xfrm>
          <a:prstGeom prst="rect">
            <a:avLst/>
          </a:prstGeom>
          <a:noFill/>
          <a:ln w="0">
            <a:noFill/>
          </a:ln>
        </p:spPr>
        <p:txBody>
          <a:bodyPr anchor="t">
            <a:noAutofit/>
          </a:bodyPr>
          <a:p>
            <a:pPr>
              <a:lnSpc>
                <a:spcPct val="90000"/>
              </a:lnSpc>
              <a:spcBef>
                <a:spcPts val="1001"/>
              </a:spcBef>
              <a:buNone/>
              <a:tabLst>
                <a:tab algn="l" pos="0"/>
              </a:tabLst>
            </a:pPr>
            <a:r>
              <a:rPr b="0" lang="ru-RU" sz="4000" spc="-1" strike="noStrike">
                <a:solidFill>
                  <a:srgbClr val="352379"/>
                </a:solidFill>
                <a:latin typeface="Montserrat"/>
                <a:ea typeface="Arial"/>
              </a:rPr>
              <a:t>Образец текста</a:t>
            </a:r>
            <a:endParaRPr b="0" lang="ru-RU" sz="4000" spc="-1" strike="noStrike">
              <a:solidFill>
                <a:srgbClr val="352379"/>
              </a:solidFill>
              <a:latin typeface="Montserrat"/>
            </a:endParaRPr>
          </a:p>
          <a:p>
            <a:pPr marL="457200" algn="just">
              <a:lnSpc>
                <a:spcPct val="90000"/>
              </a:lnSpc>
              <a:spcBef>
                <a:spcPts val="499"/>
              </a:spcBef>
              <a:buNone/>
              <a:tabLst>
                <a:tab algn="l" pos="0"/>
              </a:tabLst>
            </a:pPr>
            <a:r>
              <a:rPr b="0" lang="ru-RU" sz="3200" spc="-1" strike="noStrike">
                <a:solidFill>
                  <a:srgbClr val="352379"/>
                </a:solidFill>
                <a:latin typeface="Montserrat"/>
                <a:ea typeface="Arial"/>
              </a:rPr>
              <a:t>Второй уровень</a:t>
            </a:r>
            <a:endParaRPr b="0" lang="ru-RU" sz="3200" spc="-1" strike="noStrike">
              <a:solidFill>
                <a:srgbClr val="352379"/>
              </a:solidFill>
              <a:latin typeface="Montserrat"/>
            </a:endParaRPr>
          </a:p>
          <a:p>
            <a:pPr marL="914400" algn="just">
              <a:lnSpc>
                <a:spcPct val="90000"/>
              </a:lnSpc>
              <a:spcBef>
                <a:spcPts val="499"/>
              </a:spcBef>
              <a:buNone/>
              <a:tabLst>
                <a:tab algn="l" pos="0"/>
              </a:tabLst>
            </a:pPr>
            <a:r>
              <a:rPr b="0" lang="ru-RU" sz="2400" spc="-1" strike="noStrike">
                <a:solidFill>
                  <a:srgbClr val="352379"/>
                </a:solidFill>
                <a:latin typeface="Montserrat"/>
                <a:ea typeface="Arial"/>
              </a:rPr>
              <a:t>Третий уровень</a:t>
            </a:r>
            <a:endParaRPr b="0" lang="ru-RU" sz="2400" spc="-1" strike="noStrike">
              <a:solidFill>
                <a:srgbClr val="352379"/>
              </a:solidFill>
              <a:latin typeface="Montserrat"/>
            </a:endParaRPr>
          </a:p>
          <a:p>
            <a:pPr marL="1371600" algn="just">
              <a:lnSpc>
                <a:spcPct val="90000"/>
              </a:lnSpc>
              <a:spcBef>
                <a:spcPts val="499"/>
              </a:spcBef>
              <a:buNone/>
              <a:tabLst>
                <a:tab algn="l" pos="0"/>
              </a:tabLst>
            </a:pPr>
            <a:r>
              <a:rPr b="0" lang="ru-RU" sz="1600" spc="-1" strike="noStrike">
                <a:solidFill>
                  <a:srgbClr val="352379"/>
                </a:solidFill>
                <a:latin typeface="Montserrat"/>
                <a:ea typeface="Arial"/>
              </a:rPr>
              <a:t>Четвертый уровень</a:t>
            </a:r>
            <a:endParaRPr b="0" lang="ru-RU" sz="1600" spc="-1" strike="noStrike">
              <a:solidFill>
                <a:srgbClr val="352379"/>
              </a:solidFill>
              <a:latin typeface="Montserrat"/>
            </a:endParaRPr>
          </a:p>
          <a:p>
            <a:pPr marL="1828800" algn="just">
              <a:lnSpc>
                <a:spcPct val="90000"/>
              </a:lnSpc>
              <a:spcBef>
                <a:spcPts val="499"/>
              </a:spcBef>
              <a:buNone/>
              <a:tabLst>
                <a:tab algn="l" pos="0"/>
              </a:tabLst>
            </a:pPr>
            <a:r>
              <a:rPr b="0" lang="ru-RU" sz="1400" spc="-1" strike="noStrike">
                <a:solidFill>
                  <a:srgbClr val="352379"/>
                </a:solidFill>
                <a:latin typeface="Montserrat"/>
                <a:ea typeface="Arial"/>
              </a:rPr>
              <a:t>Пятый уровень</a:t>
            </a:r>
            <a:endParaRPr b="0" lang="ru-RU" sz="1400" spc="-1" strike="noStrike">
              <a:solidFill>
                <a:srgbClr val="352379"/>
              </a:solidFill>
              <a:latin typeface="Montserrat"/>
            </a:endParaRPr>
          </a:p>
        </p:txBody>
      </p:sp>
      <p:sp>
        <p:nvSpPr>
          <p:cNvPr id="140" name="PlaceHolder 4"/>
          <p:cNvSpPr>
            <a:spLocks noGrp="1"/>
          </p:cNvSpPr>
          <p:nvPr>
            <p:ph type="body"/>
          </p:nvPr>
        </p:nvSpPr>
        <p:spPr>
          <a:xfrm>
            <a:off x="6191280" y="3962520"/>
            <a:ext cx="5231880" cy="2057040"/>
          </a:xfrm>
          <a:prstGeom prst="rect">
            <a:avLst/>
          </a:prstGeom>
          <a:noFill/>
          <a:ln w="0">
            <a:noFill/>
          </a:ln>
        </p:spPr>
        <p:txBody>
          <a:bodyPr anchor="t">
            <a:noAutofit/>
          </a:bodyPr>
          <a:p>
            <a:pPr>
              <a:lnSpc>
                <a:spcPct val="90000"/>
              </a:lnSpc>
              <a:spcBef>
                <a:spcPts val="1001"/>
              </a:spcBef>
              <a:buNone/>
              <a:tabLst>
                <a:tab algn="l" pos="0"/>
              </a:tabLst>
            </a:pPr>
            <a:r>
              <a:rPr b="0" lang="ru-RU" sz="4000" spc="-1" strike="noStrike">
                <a:solidFill>
                  <a:srgbClr val="352379"/>
                </a:solidFill>
                <a:latin typeface="Montserrat"/>
                <a:ea typeface="Arial"/>
              </a:rPr>
              <a:t>Образец текста</a:t>
            </a:r>
            <a:endParaRPr b="0" lang="ru-RU" sz="4000" spc="-1" strike="noStrike">
              <a:solidFill>
                <a:srgbClr val="352379"/>
              </a:solidFill>
              <a:latin typeface="Montserrat"/>
            </a:endParaRPr>
          </a:p>
          <a:p>
            <a:pPr marL="457200" algn="just">
              <a:lnSpc>
                <a:spcPct val="90000"/>
              </a:lnSpc>
              <a:spcBef>
                <a:spcPts val="499"/>
              </a:spcBef>
              <a:buNone/>
              <a:tabLst>
                <a:tab algn="l" pos="0"/>
              </a:tabLst>
            </a:pPr>
            <a:r>
              <a:rPr b="0" lang="ru-RU" sz="3200" spc="-1" strike="noStrike">
                <a:solidFill>
                  <a:srgbClr val="352379"/>
                </a:solidFill>
                <a:latin typeface="Montserrat"/>
                <a:ea typeface="Arial"/>
              </a:rPr>
              <a:t>Второй уровень</a:t>
            </a:r>
            <a:endParaRPr b="0" lang="ru-RU" sz="3200" spc="-1" strike="noStrike">
              <a:solidFill>
                <a:srgbClr val="352379"/>
              </a:solidFill>
              <a:latin typeface="Montserrat"/>
            </a:endParaRPr>
          </a:p>
          <a:p>
            <a:pPr marL="914400" algn="just">
              <a:lnSpc>
                <a:spcPct val="90000"/>
              </a:lnSpc>
              <a:spcBef>
                <a:spcPts val="499"/>
              </a:spcBef>
              <a:buNone/>
              <a:tabLst>
                <a:tab algn="l" pos="0"/>
              </a:tabLst>
            </a:pPr>
            <a:r>
              <a:rPr b="0" lang="ru-RU" sz="2400" spc="-1" strike="noStrike">
                <a:solidFill>
                  <a:srgbClr val="352379"/>
                </a:solidFill>
                <a:latin typeface="Montserrat"/>
                <a:ea typeface="Arial"/>
              </a:rPr>
              <a:t>Третий уровень</a:t>
            </a:r>
            <a:endParaRPr b="0" lang="ru-RU" sz="2400" spc="-1" strike="noStrike">
              <a:solidFill>
                <a:srgbClr val="352379"/>
              </a:solidFill>
              <a:latin typeface="Montserrat"/>
            </a:endParaRPr>
          </a:p>
          <a:p>
            <a:pPr marL="1371600" algn="just">
              <a:lnSpc>
                <a:spcPct val="90000"/>
              </a:lnSpc>
              <a:spcBef>
                <a:spcPts val="499"/>
              </a:spcBef>
              <a:buNone/>
              <a:tabLst>
                <a:tab algn="l" pos="0"/>
              </a:tabLst>
            </a:pPr>
            <a:r>
              <a:rPr b="0" lang="ru-RU" sz="1600" spc="-1" strike="noStrike">
                <a:solidFill>
                  <a:srgbClr val="352379"/>
                </a:solidFill>
                <a:latin typeface="Montserrat"/>
                <a:ea typeface="Arial"/>
              </a:rPr>
              <a:t>Четвертый уровень</a:t>
            </a:r>
            <a:endParaRPr b="0" lang="ru-RU" sz="1600" spc="-1" strike="noStrike">
              <a:solidFill>
                <a:srgbClr val="352379"/>
              </a:solidFill>
              <a:latin typeface="Montserrat"/>
            </a:endParaRPr>
          </a:p>
          <a:p>
            <a:pPr marL="1828800" algn="just">
              <a:lnSpc>
                <a:spcPct val="90000"/>
              </a:lnSpc>
              <a:spcBef>
                <a:spcPts val="499"/>
              </a:spcBef>
              <a:buNone/>
              <a:tabLst>
                <a:tab algn="l" pos="0"/>
              </a:tabLst>
            </a:pPr>
            <a:r>
              <a:rPr b="0" lang="ru-RU" sz="1400" spc="-1" strike="noStrike">
                <a:solidFill>
                  <a:srgbClr val="352379"/>
                </a:solidFill>
                <a:latin typeface="Montserrat"/>
                <a:ea typeface="Arial"/>
              </a:rPr>
              <a:t>Пятый уровень</a:t>
            </a:r>
            <a:endParaRPr b="0" lang="ru-RU" sz="1400" spc="-1" strike="noStrike">
              <a:solidFill>
                <a:srgbClr val="352379"/>
              </a:solidFill>
              <a:latin typeface="Montserrat"/>
            </a:endParaRPr>
          </a:p>
        </p:txBody>
      </p:sp>
      <p:sp>
        <p:nvSpPr>
          <p:cNvPr id="141" name="PlaceHolder 5"/>
          <p:cNvSpPr>
            <a:spLocks noGrp="1"/>
          </p:cNvSpPr>
          <p:nvPr>
            <p:ph type="dt" idx="7"/>
          </p:nvPr>
        </p:nvSpPr>
        <p:spPr>
          <a:xfrm>
            <a:off x="812880" y="6245280"/>
            <a:ext cx="2641320" cy="475920"/>
          </a:xfrm>
          <a:prstGeom prst="rect">
            <a:avLst/>
          </a:prstGeom>
          <a:noFill/>
          <a:ln w="0">
            <a:noFill/>
          </a:ln>
        </p:spPr>
        <p:txBody>
          <a:bodyPr anchor="ctr">
            <a:noAutofit/>
          </a:bodyPr>
          <a:lstStyle>
            <a:lvl1pPr>
              <a:defRPr b="0" lang="ru-RU" sz="1400" spc="-1" strike="noStrike">
                <a:latin typeface="Times New Roman"/>
              </a:defRPr>
            </a:lvl1pPr>
          </a:lstStyle>
          <a:p>
            <a:r>
              <a:rPr b="0" lang="ru-RU" sz="1400" spc="-1" strike="noStrike">
                <a:latin typeface="Times New Roman"/>
              </a:rPr>
              <a:t>&lt;дата/время&gt;</a:t>
            </a:r>
            <a:endParaRPr b="0" lang="ru-RU" sz="1400" spc="-1" strike="noStrike">
              <a:latin typeface="Times New Roman"/>
            </a:endParaRPr>
          </a:p>
        </p:txBody>
      </p:sp>
      <p:sp>
        <p:nvSpPr>
          <p:cNvPr id="142" name="PlaceHolder 6"/>
          <p:cNvSpPr>
            <a:spLocks noGrp="1"/>
          </p:cNvSpPr>
          <p:nvPr>
            <p:ph type="ftr" idx="8"/>
          </p:nvPr>
        </p:nvSpPr>
        <p:spPr>
          <a:xfrm>
            <a:off x="4165560" y="6245280"/>
            <a:ext cx="3860280" cy="475920"/>
          </a:xfrm>
          <a:prstGeom prst="rect">
            <a:avLst/>
          </a:prstGeom>
          <a:noFill/>
          <a:ln w="0">
            <a:noFill/>
          </a:ln>
        </p:spPr>
        <p:txBody>
          <a:bodyPr anchor="ctr">
            <a:noAutofit/>
          </a:bodyPr>
          <a:lstStyle>
            <a:lvl1pPr algn="ctr">
              <a:buNone/>
              <a:defRPr b="0" lang="ru-RU" sz="1400" spc="-1" strike="noStrike">
                <a:latin typeface="Times New Roman"/>
              </a:defRPr>
            </a:lvl1pPr>
          </a:lstStyle>
          <a:p>
            <a:pPr algn="ctr">
              <a:buNone/>
            </a:pPr>
            <a:r>
              <a:rPr b="0" lang="ru-RU" sz="1400" spc="-1" strike="noStrike">
                <a:latin typeface="Times New Roman"/>
              </a:rPr>
              <a:t>&lt;нижний колонтитул&gt;</a:t>
            </a:r>
            <a:endParaRPr b="0" lang="ru-RU" sz="1400" spc="-1" strike="noStrike">
              <a:latin typeface="Times New Roman"/>
            </a:endParaRPr>
          </a:p>
        </p:txBody>
      </p:sp>
      <p:sp>
        <p:nvSpPr>
          <p:cNvPr id="143" name="PlaceHolder 7"/>
          <p:cNvSpPr>
            <a:spLocks noGrp="1"/>
          </p:cNvSpPr>
          <p:nvPr>
            <p:ph type="sldNum" idx="9"/>
          </p:nvPr>
        </p:nvSpPr>
        <p:spPr>
          <a:xfrm>
            <a:off x="8737560" y="6245280"/>
            <a:ext cx="2641320" cy="475920"/>
          </a:xfrm>
          <a:prstGeom prst="rect">
            <a:avLst/>
          </a:prstGeom>
          <a:noFill/>
          <a:ln w="0">
            <a:noFill/>
          </a:ln>
        </p:spPr>
        <p:txBody>
          <a:bodyPr anchor="ctr">
            <a:noAutofit/>
          </a:bodyPr>
          <a:lstStyle>
            <a:lvl1pPr algn="r">
              <a:lnSpc>
                <a:spcPct val="100000"/>
              </a:lnSpc>
              <a:buNone/>
              <a:defRPr b="1" lang="ru-RU" sz="1600" spc="-1" strike="noStrike">
                <a:solidFill>
                  <a:srgbClr val="908da8"/>
                </a:solidFill>
                <a:latin typeface="Montserrat"/>
                <a:ea typeface="Arial"/>
              </a:defRPr>
            </a:lvl1pPr>
          </a:lstStyle>
          <a:p>
            <a:pPr algn="r">
              <a:lnSpc>
                <a:spcPct val="100000"/>
              </a:lnSpc>
              <a:buNone/>
            </a:pPr>
            <a:fld id="{F9E15852-69F2-43F5-91E3-2F1D65B710C6}" type="slidenum">
              <a:rPr b="1" lang="ru-RU" sz="1600" spc="-1" strike="noStrike">
                <a:solidFill>
                  <a:srgbClr val="908da8"/>
                </a:solidFill>
                <a:latin typeface="Montserrat"/>
                <a:ea typeface="Arial"/>
              </a:rPr>
              <a:t>&lt;номер&gt;</a:t>
            </a:fld>
            <a:endParaRPr b="0" lang="ru-RU" sz="16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0" name="Рисунок 8" descr=""/>
          <p:cNvPicPr/>
          <p:nvPr/>
        </p:nvPicPr>
        <p:blipFill>
          <a:blip r:embed="rId2"/>
          <a:stretch/>
        </p:blipFill>
        <p:spPr>
          <a:xfrm>
            <a:off x="96480" y="0"/>
            <a:ext cx="12038040" cy="6771240"/>
          </a:xfrm>
          <a:prstGeom prst="rect">
            <a:avLst/>
          </a:prstGeom>
          <a:ln w="0">
            <a:noFill/>
          </a:ln>
        </p:spPr>
      </p:pic>
      <p:pic>
        <p:nvPicPr>
          <p:cNvPr id="181" name="Рисунок 11" descr=""/>
          <p:cNvPicPr/>
          <p:nvPr/>
        </p:nvPicPr>
        <p:blipFill>
          <a:blip r:embed="rId3"/>
          <a:stretch/>
        </p:blipFill>
        <p:spPr>
          <a:xfrm>
            <a:off x="0" y="-20520"/>
            <a:ext cx="12191760" cy="606240"/>
          </a:xfrm>
          <a:prstGeom prst="rect">
            <a:avLst/>
          </a:prstGeom>
          <a:ln w="0">
            <a:noFill/>
          </a:ln>
        </p:spPr>
      </p:pic>
      <p:pic>
        <p:nvPicPr>
          <p:cNvPr id="182" name="Рисунок 15" descr=""/>
          <p:cNvPicPr/>
          <p:nvPr/>
        </p:nvPicPr>
        <p:blipFill>
          <a:blip r:embed="rId4"/>
          <a:stretch/>
        </p:blipFill>
        <p:spPr>
          <a:xfrm>
            <a:off x="10760040" y="142200"/>
            <a:ext cx="952200" cy="293040"/>
          </a:xfrm>
          <a:prstGeom prst="rect">
            <a:avLst/>
          </a:prstGeom>
          <a:ln w="0">
            <a:noFill/>
          </a:ln>
        </p:spPr>
      </p:pic>
      <p:sp>
        <p:nvSpPr>
          <p:cNvPr id="183" name="PlaceHolder 1"/>
          <p:cNvSpPr>
            <a:spLocks noGrp="1"/>
          </p:cNvSpPr>
          <p:nvPr>
            <p:ph type="dt" idx="10"/>
          </p:nvPr>
        </p:nvSpPr>
        <p:spPr>
          <a:xfrm>
            <a:off x="479520" y="6352560"/>
            <a:ext cx="2742840" cy="364680"/>
          </a:xfrm>
          <a:prstGeom prst="rect">
            <a:avLst/>
          </a:prstGeom>
          <a:noFill/>
          <a:ln w="0">
            <a:noFill/>
          </a:ln>
        </p:spPr>
        <p:txBody>
          <a:bodyPr anchor="ctr">
            <a:noAutofit/>
          </a:bodyPr>
          <a:lstStyle>
            <a:lvl1pPr>
              <a:defRPr b="0" lang="ru-RU" sz="1400" spc="-1" strike="noStrike">
                <a:latin typeface="Times New Roman"/>
              </a:defRPr>
            </a:lvl1pPr>
          </a:lstStyle>
          <a:p>
            <a:r>
              <a:rPr b="0" lang="ru-RU" sz="1400" spc="-1" strike="noStrike">
                <a:latin typeface="Times New Roman"/>
              </a:rPr>
              <a:t>&lt;дата/время&gt;</a:t>
            </a:r>
            <a:endParaRPr b="0" lang="ru-RU" sz="1400" spc="-1" strike="noStrike">
              <a:latin typeface="Times New Roman"/>
            </a:endParaRPr>
          </a:p>
        </p:txBody>
      </p:sp>
      <p:sp>
        <p:nvSpPr>
          <p:cNvPr id="184" name="PlaceHolder 2"/>
          <p:cNvSpPr>
            <a:spLocks noGrp="1"/>
          </p:cNvSpPr>
          <p:nvPr>
            <p:ph type="ftr" idx="11"/>
          </p:nvPr>
        </p:nvSpPr>
        <p:spPr>
          <a:xfrm>
            <a:off x="479520" y="6356520"/>
            <a:ext cx="7673760" cy="364680"/>
          </a:xfrm>
          <a:prstGeom prst="rect">
            <a:avLst/>
          </a:prstGeom>
          <a:noFill/>
          <a:ln w="0">
            <a:noFill/>
          </a:ln>
        </p:spPr>
        <p:txBody>
          <a:bodyPr anchor="ctr">
            <a:noAutofit/>
          </a:bodyPr>
          <a:lstStyle>
            <a:lvl1pPr algn="ctr">
              <a:buNone/>
              <a:defRPr b="0" lang="ru-RU" sz="1400" spc="-1" strike="noStrike">
                <a:latin typeface="Times New Roman"/>
              </a:defRPr>
            </a:lvl1pPr>
          </a:lstStyle>
          <a:p>
            <a:pPr algn="ctr">
              <a:buNone/>
            </a:pPr>
            <a:r>
              <a:rPr b="0" lang="ru-RU" sz="1400" spc="-1" strike="noStrike">
                <a:latin typeface="Times New Roman"/>
              </a:rPr>
              <a:t>&lt;нижний колонтитул&gt;</a:t>
            </a:r>
            <a:endParaRPr b="0" lang="ru-RU" sz="1400" spc="-1" strike="noStrike">
              <a:latin typeface="Times New Roman"/>
            </a:endParaRPr>
          </a:p>
        </p:txBody>
      </p:sp>
      <p:sp>
        <p:nvSpPr>
          <p:cNvPr id="185" name="PlaceHolder 3"/>
          <p:cNvSpPr>
            <a:spLocks noGrp="1"/>
          </p:cNvSpPr>
          <p:nvPr>
            <p:ph type="sldNum" idx="12"/>
          </p:nvPr>
        </p:nvSpPr>
        <p:spPr>
          <a:xfrm>
            <a:off x="8969400" y="6350760"/>
            <a:ext cx="2857320" cy="364680"/>
          </a:xfrm>
          <a:prstGeom prst="rect">
            <a:avLst/>
          </a:prstGeom>
          <a:noFill/>
          <a:ln w="0">
            <a:noFill/>
          </a:ln>
        </p:spPr>
        <p:txBody>
          <a:bodyPr anchor="ctr">
            <a:noAutofit/>
          </a:bodyPr>
          <a:lstStyle>
            <a:lvl1pPr algn="r">
              <a:lnSpc>
                <a:spcPct val="100000"/>
              </a:lnSpc>
              <a:buNone/>
              <a:defRPr b="1" lang="ru-RU" sz="1600" spc="-1" strike="noStrike">
                <a:solidFill>
                  <a:srgbClr val="908da8"/>
                </a:solidFill>
                <a:latin typeface="Montserrat"/>
                <a:ea typeface="Arial"/>
              </a:defRPr>
            </a:lvl1pPr>
          </a:lstStyle>
          <a:p>
            <a:pPr algn="r">
              <a:lnSpc>
                <a:spcPct val="100000"/>
              </a:lnSpc>
              <a:buNone/>
            </a:pPr>
            <a:fld id="{7428CC43-A7BA-4504-8E34-8F701E0062C0}" type="slidenum">
              <a:rPr b="1" lang="ru-RU" sz="1600" spc="-1" strike="noStrike">
                <a:solidFill>
                  <a:srgbClr val="908da8"/>
                </a:solidFill>
                <a:latin typeface="Montserrat"/>
                <a:ea typeface="Arial"/>
              </a:rPr>
              <a:t>&lt;номер&gt;</a:t>
            </a:fld>
            <a:endParaRPr b="0" lang="ru-RU" sz="1600" spc="-1" strike="noStrike">
              <a:latin typeface="Times New Roman"/>
            </a:endParaRPr>
          </a:p>
        </p:txBody>
      </p:sp>
      <p:sp>
        <p:nvSpPr>
          <p:cNvPr id="186"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r>
              <a:rPr b="0" lang="ru-RU" sz="1800" spc="-1" strike="noStrike">
                <a:solidFill>
                  <a:srgbClr val="352379"/>
                </a:solidFill>
                <a:latin typeface="Montserrat"/>
              </a:rPr>
              <a:t>Для правки текста заглавия щёлкните мышью</a:t>
            </a:r>
            <a:endParaRPr b="0" lang="ru-RU" sz="1800" spc="-1" strike="noStrike">
              <a:solidFill>
                <a:srgbClr val="352379"/>
              </a:solidFill>
              <a:latin typeface="Montserrat"/>
            </a:endParaRPr>
          </a:p>
        </p:txBody>
      </p:sp>
      <p:sp>
        <p:nvSpPr>
          <p:cNvPr id="187"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ru-RU" sz="4000" spc="-1" strike="noStrike">
                <a:solidFill>
                  <a:srgbClr val="352379"/>
                </a:solidFill>
                <a:latin typeface="Montserrat"/>
              </a:rPr>
              <a:t>Для правки структуры щёлкните мышью</a:t>
            </a:r>
            <a:endParaRPr b="0" lang="ru-RU" sz="4000" spc="-1" strike="noStrike">
              <a:solidFill>
                <a:srgbClr val="352379"/>
              </a:solidFill>
              <a:latin typeface="Montserrat"/>
            </a:endParaRPr>
          </a:p>
          <a:p>
            <a:pPr lvl="1" marL="864000" indent="-324000" algn="just">
              <a:lnSpc>
                <a:spcPct val="90000"/>
              </a:lnSpc>
              <a:spcBef>
                <a:spcPts val="1134"/>
              </a:spcBef>
              <a:buClr>
                <a:srgbClr val="000000"/>
              </a:buClr>
              <a:buSzPct val="75000"/>
              <a:buFont typeface="Symbol" charset="2"/>
              <a:buChar char=""/>
            </a:pPr>
            <a:r>
              <a:rPr b="0" lang="ru-RU" sz="2400" spc="-1" strike="noStrike">
                <a:solidFill>
                  <a:srgbClr val="352379"/>
                </a:solidFill>
                <a:latin typeface="Montserrat"/>
              </a:rPr>
              <a:t>Второй уровень структуры</a:t>
            </a:r>
            <a:endParaRPr b="0" lang="ru-RU" sz="2400" spc="-1" strike="noStrike">
              <a:solidFill>
                <a:srgbClr val="352379"/>
              </a:solidFill>
              <a:latin typeface="Montserrat"/>
            </a:endParaRPr>
          </a:p>
          <a:p>
            <a:pPr lvl="2" marL="1296000" indent="-288000" algn="just">
              <a:lnSpc>
                <a:spcPct val="90000"/>
              </a:lnSpc>
              <a:spcBef>
                <a:spcPts val="850"/>
              </a:spcBef>
              <a:buClr>
                <a:srgbClr val="000000"/>
              </a:buClr>
              <a:buSzPct val="45000"/>
              <a:buFont typeface="Wingdings" charset="2"/>
              <a:buChar char=""/>
            </a:pPr>
            <a:r>
              <a:rPr b="0" lang="ru-RU" sz="1600" spc="-1" strike="noStrike">
                <a:solidFill>
                  <a:srgbClr val="352379"/>
                </a:solidFill>
                <a:latin typeface="Montserrat"/>
              </a:rPr>
              <a:t>Третий уровень структуры</a:t>
            </a:r>
            <a:endParaRPr b="0" lang="ru-RU" sz="1600" spc="-1" strike="noStrike">
              <a:solidFill>
                <a:srgbClr val="352379"/>
              </a:solidFill>
              <a:latin typeface="Montserrat"/>
            </a:endParaRPr>
          </a:p>
          <a:p>
            <a:pPr lvl="3" marL="1728000" indent="-216000" algn="just">
              <a:lnSpc>
                <a:spcPct val="90000"/>
              </a:lnSpc>
              <a:spcBef>
                <a:spcPts val="567"/>
              </a:spcBef>
              <a:buClr>
                <a:srgbClr val="000000"/>
              </a:buClr>
              <a:buSzPct val="75000"/>
              <a:buFont typeface="Symbol" charset="2"/>
              <a:buChar char=""/>
            </a:pPr>
            <a:r>
              <a:rPr b="0" lang="ru-RU" sz="1400" spc="-1" strike="noStrike">
                <a:solidFill>
                  <a:srgbClr val="352379"/>
                </a:solidFill>
                <a:latin typeface="Montserrat"/>
              </a:rPr>
              <a:t>Четвёртый уровень структуры</a:t>
            </a:r>
            <a:endParaRPr b="0" lang="ru-RU" sz="1400" spc="-1" strike="noStrike">
              <a:solidFill>
                <a:srgbClr val="352379"/>
              </a:solidFill>
              <a:latin typeface="Montserrat"/>
            </a:endParaRPr>
          </a:p>
          <a:p>
            <a:pPr lvl="4" marL="2160000" indent="-216000" algn="just">
              <a:lnSpc>
                <a:spcPct val="90000"/>
              </a:lnSpc>
              <a:spcBef>
                <a:spcPts val="283"/>
              </a:spcBef>
              <a:buClr>
                <a:srgbClr val="000000"/>
              </a:buClr>
              <a:buSzPct val="45000"/>
              <a:buFont typeface="Wingdings" charset="2"/>
              <a:buChar char=""/>
            </a:pPr>
            <a:r>
              <a:rPr b="0" lang="ru-RU" sz="2000" spc="-1" strike="noStrike">
                <a:solidFill>
                  <a:srgbClr val="352379"/>
                </a:solidFill>
                <a:latin typeface="Montserrat"/>
              </a:rPr>
              <a:t>Пятый уровень структуры</a:t>
            </a:r>
            <a:endParaRPr b="0" lang="ru-RU" sz="2000" spc="-1" strike="noStrike">
              <a:solidFill>
                <a:srgbClr val="352379"/>
              </a:solidFill>
              <a:latin typeface="Montserrat"/>
            </a:endParaRPr>
          </a:p>
          <a:p>
            <a:pPr lvl="5" marL="2592000" indent="-216000" algn="just">
              <a:lnSpc>
                <a:spcPct val="90000"/>
              </a:lnSpc>
              <a:spcBef>
                <a:spcPts val="283"/>
              </a:spcBef>
              <a:buClr>
                <a:srgbClr val="000000"/>
              </a:buClr>
              <a:buSzPct val="45000"/>
              <a:buFont typeface="Wingdings" charset="2"/>
              <a:buChar char=""/>
            </a:pPr>
            <a:r>
              <a:rPr b="0" lang="ru-RU" sz="2000" spc="-1" strike="noStrike">
                <a:solidFill>
                  <a:srgbClr val="352379"/>
                </a:solidFill>
                <a:latin typeface="Montserrat"/>
              </a:rPr>
              <a:t>Шестой уровень структуры</a:t>
            </a:r>
            <a:endParaRPr b="0" lang="ru-RU" sz="2000" spc="-1" strike="noStrike">
              <a:solidFill>
                <a:srgbClr val="352379"/>
              </a:solidFill>
              <a:latin typeface="Montserrat"/>
            </a:endParaRPr>
          </a:p>
          <a:p>
            <a:pPr lvl="6" marL="3024000" indent="-216000" algn="just">
              <a:lnSpc>
                <a:spcPct val="90000"/>
              </a:lnSpc>
              <a:spcBef>
                <a:spcPts val="283"/>
              </a:spcBef>
              <a:buClr>
                <a:srgbClr val="000000"/>
              </a:buClr>
              <a:buSzPct val="45000"/>
              <a:buFont typeface="Wingdings" charset="2"/>
              <a:buChar char=""/>
            </a:pPr>
            <a:r>
              <a:rPr b="0" lang="ru-RU" sz="2000" spc="-1" strike="noStrike">
                <a:solidFill>
                  <a:srgbClr val="352379"/>
                </a:solidFill>
                <a:latin typeface="Montserrat"/>
              </a:rPr>
              <a:t>Седьмой уровень структуры</a:t>
            </a:r>
            <a:endParaRPr b="0" lang="ru-RU" sz="2000" spc="-1" strike="noStrike">
              <a:solidFill>
                <a:srgbClr val="352379"/>
              </a:solidFill>
              <a:latin typeface="Montserrat"/>
            </a:endParaRPr>
          </a:p>
        </p:txBody>
      </p:sp>
    </p:spTree>
  </p:cSld>
  <p:clrMap bg1="lt1" bg2="lt2" tx1="dk1" tx2="dk2" accent1="accent1" accent2="accent2" accent3="accent3" accent4="accent4" accent5="accent5" accent6="accent6" hlink="hlink" folHlink="folHlink"/>
  <p:sldLayoutIdLst>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24.wmf"/><Relationship Id="rId2" Type="http://schemas.openxmlformats.org/officeDocument/2006/relationships/image" Target="../media/image25.png"/><Relationship Id="rId3"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26.wmf"/><Relationship Id="rId2" Type="http://schemas.openxmlformats.org/officeDocument/2006/relationships/image" Target="../media/image27.wmf"/><Relationship Id="rId3"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oleObject" Target="../embeddings/oleObject1.bin"/><Relationship Id="rId3" Type="http://schemas.openxmlformats.org/officeDocument/2006/relationships/image" Target="../media/image29.wmf"/><Relationship Id="rId4" Type="http://schemas.openxmlformats.org/officeDocument/2006/relationships/oleObject" Target="../embeddings/oleObject2.bin"/><Relationship Id="rId5" Type="http://schemas.openxmlformats.org/officeDocument/2006/relationships/image" Target="../media/image30.wmf"/><Relationship Id="rId6" Type="http://schemas.openxmlformats.org/officeDocument/2006/relationships/oleObject" Target="../embeddings/oleObject3.bin"/><Relationship Id="rId7" Type="http://schemas.openxmlformats.org/officeDocument/2006/relationships/image" Target="../media/image31.wmf"/><Relationship Id="rId8" Type="http://schemas.openxmlformats.org/officeDocument/2006/relationships/image" Target="../media/image32.wmf"/><Relationship Id="rId9" Type="http://schemas.openxmlformats.org/officeDocument/2006/relationships/image" Target="../media/image33.wmf"/><Relationship Id="rId10" Type="http://schemas.openxmlformats.org/officeDocument/2006/relationships/image" Target="../media/image34.wmf"/><Relationship Id="rId11" Type="http://schemas.openxmlformats.org/officeDocument/2006/relationships/slideLayout" Target="../slideLayouts/slideLayout29.xml"/>
</Relationships>
</file>

<file path=ppt/slides/_rels/slide12.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oleObject" Target="../embeddings/oleObject1.bin"/><Relationship Id="rId3" Type="http://schemas.openxmlformats.org/officeDocument/2006/relationships/image" Target="../media/image36.wmf"/><Relationship Id="rId4" Type="http://schemas.openxmlformats.org/officeDocument/2006/relationships/oleObject" Target="../embeddings/oleObject2.bin"/><Relationship Id="rId5" Type="http://schemas.openxmlformats.org/officeDocument/2006/relationships/image" Target="../media/image37.wmf"/><Relationship Id="rId6" Type="http://schemas.openxmlformats.org/officeDocument/2006/relationships/oleObject" Target="../embeddings/oleObject3.bin"/><Relationship Id="rId7" Type="http://schemas.openxmlformats.org/officeDocument/2006/relationships/image" Target="../media/image38.wmf"/><Relationship Id="rId8" Type="http://schemas.openxmlformats.org/officeDocument/2006/relationships/oleObject" Target="../embeddings/oleObject4.bin"/><Relationship Id="rId9" Type="http://schemas.openxmlformats.org/officeDocument/2006/relationships/image" Target="../media/image39.wmf"/><Relationship Id="rId10" Type="http://schemas.openxmlformats.org/officeDocument/2006/relationships/oleObject" Target="../embeddings/oleObject5.bin"/><Relationship Id="rId11" Type="http://schemas.openxmlformats.org/officeDocument/2006/relationships/image" Target="../media/image40.wmf"/><Relationship Id="rId12" Type="http://schemas.openxmlformats.org/officeDocument/2006/relationships/image" Target="../media/image41.wmf"/><Relationship Id="rId13" Type="http://schemas.openxmlformats.org/officeDocument/2006/relationships/image" Target="../media/image42.wmf"/><Relationship Id="rId14" Type="http://schemas.openxmlformats.org/officeDocument/2006/relationships/image" Target="../media/image43.wmf"/><Relationship Id="rId15" Type="http://schemas.openxmlformats.org/officeDocument/2006/relationships/image" Target="../media/image44.wmf"/><Relationship Id="rId16" Type="http://schemas.openxmlformats.org/officeDocument/2006/relationships/image" Target="../media/image45.wmf"/><Relationship Id="rId17" Type="http://schemas.openxmlformats.org/officeDocument/2006/relationships/slideLayout" Target="../slideLayouts/slideLayout29.xml"/>
</Relationships>
</file>

<file path=ppt/slides/_rels/slide13.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oleObject" Target="../embeddings/oleObject1.bin"/><Relationship Id="rId3" Type="http://schemas.openxmlformats.org/officeDocument/2006/relationships/image" Target="../media/image47.wmf"/><Relationship Id="rId4" Type="http://schemas.openxmlformats.org/officeDocument/2006/relationships/oleObject" Target="../embeddings/oleObject2.bin"/><Relationship Id="rId5" Type="http://schemas.openxmlformats.org/officeDocument/2006/relationships/image" Target="../media/image48.wmf"/><Relationship Id="rId6" Type="http://schemas.openxmlformats.org/officeDocument/2006/relationships/oleObject" Target="../embeddings/oleObject3.bin"/><Relationship Id="rId7" Type="http://schemas.openxmlformats.org/officeDocument/2006/relationships/image" Target="../media/image49.wmf"/><Relationship Id="rId8" Type="http://schemas.openxmlformats.org/officeDocument/2006/relationships/oleObject" Target="../embeddings/oleObject4.bin"/><Relationship Id="rId9" Type="http://schemas.openxmlformats.org/officeDocument/2006/relationships/image" Target="../media/image50.wmf"/><Relationship Id="rId10" Type="http://schemas.openxmlformats.org/officeDocument/2006/relationships/oleObject" Target="../embeddings/oleObject5.bin"/><Relationship Id="rId11" Type="http://schemas.openxmlformats.org/officeDocument/2006/relationships/image" Target="../media/image51.wmf"/><Relationship Id="rId12" Type="http://schemas.openxmlformats.org/officeDocument/2006/relationships/oleObject" Target="../embeddings/oleObject6.bin"/><Relationship Id="rId13" Type="http://schemas.openxmlformats.org/officeDocument/2006/relationships/image" Target="../media/image52.wmf"/><Relationship Id="rId14" Type="http://schemas.openxmlformats.org/officeDocument/2006/relationships/oleObject" Target="../embeddings/oleObject7.bin"/><Relationship Id="rId15" Type="http://schemas.openxmlformats.org/officeDocument/2006/relationships/image" Target="../media/image53.wmf"/><Relationship Id="rId16" Type="http://schemas.openxmlformats.org/officeDocument/2006/relationships/image" Target="../media/image54.wmf"/><Relationship Id="rId17" Type="http://schemas.openxmlformats.org/officeDocument/2006/relationships/image" Target="../media/image55.wmf"/><Relationship Id="rId18" Type="http://schemas.openxmlformats.org/officeDocument/2006/relationships/image" Target="../media/image56.wmf"/><Relationship Id="rId19" Type="http://schemas.openxmlformats.org/officeDocument/2006/relationships/image" Target="../media/image57.wmf"/><Relationship Id="rId20" Type="http://schemas.openxmlformats.org/officeDocument/2006/relationships/image" Target="../media/image58.wmf"/><Relationship Id="rId21" Type="http://schemas.openxmlformats.org/officeDocument/2006/relationships/image" Target="../media/image59.wmf"/><Relationship Id="rId22" Type="http://schemas.openxmlformats.org/officeDocument/2006/relationships/image" Target="../media/image60.wmf"/><Relationship Id="rId23" Type="http://schemas.openxmlformats.org/officeDocument/2006/relationships/slideLayout" Target="../slideLayouts/slideLayout29.xml"/>
</Relationships>
</file>

<file path=ppt/slides/_rels/slide14.xml.rels><?xml version="1.0" encoding="UTF-8"?>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9.xml"/>
</Relationships>
</file>

<file path=ppt/slides/_rels/slide15.xml.rels><?xml version="1.0" encoding="UTF-8"?>
<Relationships xmlns="http://schemas.openxmlformats.org/package/2006/relationships"><Relationship Id="rId1" Type="http://schemas.openxmlformats.org/officeDocument/2006/relationships/image" Target="../media/image62.png"/><Relationship Id="rId2" Type="http://schemas.openxmlformats.org/officeDocument/2006/relationships/oleObject" Target="../embeddings/oleObject1.bin"/><Relationship Id="rId3" Type="http://schemas.openxmlformats.org/officeDocument/2006/relationships/image" Target="../media/image63.wmf"/><Relationship Id="rId4" Type="http://schemas.openxmlformats.org/officeDocument/2006/relationships/oleObject" Target="../embeddings/oleObject2.bin"/><Relationship Id="rId5" Type="http://schemas.openxmlformats.org/officeDocument/2006/relationships/image" Target="../media/image64.wmf"/><Relationship Id="rId6" Type="http://schemas.openxmlformats.org/officeDocument/2006/relationships/oleObject" Target="../embeddings/oleObject3.bin"/><Relationship Id="rId7" Type="http://schemas.openxmlformats.org/officeDocument/2006/relationships/image" Target="../media/image65.wmf"/><Relationship Id="rId8" Type="http://schemas.openxmlformats.org/officeDocument/2006/relationships/oleObject" Target="../embeddings/oleObject4.bin"/><Relationship Id="rId9" Type="http://schemas.openxmlformats.org/officeDocument/2006/relationships/image" Target="../media/image66.wmf"/><Relationship Id="rId10" Type="http://schemas.openxmlformats.org/officeDocument/2006/relationships/oleObject" Target="../embeddings/oleObject5.bin"/><Relationship Id="rId11" Type="http://schemas.openxmlformats.org/officeDocument/2006/relationships/image" Target="../media/image67.wmf"/><Relationship Id="rId12" Type="http://schemas.openxmlformats.org/officeDocument/2006/relationships/oleObject" Target="../embeddings/oleObject6.bin"/><Relationship Id="rId13" Type="http://schemas.openxmlformats.org/officeDocument/2006/relationships/image" Target="../media/image68.wmf"/><Relationship Id="rId14" Type="http://schemas.openxmlformats.org/officeDocument/2006/relationships/oleObject" Target="../embeddings/oleObject7.bin"/><Relationship Id="rId15" Type="http://schemas.openxmlformats.org/officeDocument/2006/relationships/image" Target="../media/image69.wmf"/><Relationship Id="rId16" Type="http://schemas.openxmlformats.org/officeDocument/2006/relationships/oleObject" Target="../embeddings/oleObject8.bin"/><Relationship Id="rId17" Type="http://schemas.openxmlformats.org/officeDocument/2006/relationships/image" Target="../media/image70.wmf"/><Relationship Id="rId18" Type="http://schemas.openxmlformats.org/officeDocument/2006/relationships/image" Target="../media/image71.wmf"/><Relationship Id="rId19" Type="http://schemas.openxmlformats.org/officeDocument/2006/relationships/image" Target="../media/image72.wmf"/><Relationship Id="rId20" Type="http://schemas.openxmlformats.org/officeDocument/2006/relationships/image" Target="../media/image73.wmf"/><Relationship Id="rId21" Type="http://schemas.openxmlformats.org/officeDocument/2006/relationships/image" Target="../media/image74.wmf"/><Relationship Id="rId22" Type="http://schemas.openxmlformats.org/officeDocument/2006/relationships/image" Target="../media/image75.wmf"/><Relationship Id="rId23" Type="http://schemas.openxmlformats.org/officeDocument/2006/relationships/image" Target="../media/image76.wmf"/><Relationship Id="rId24" Type="http://schemas.openxmlformats.org/officeDocument/2006/relationships/image" Target="../media/image77.wmf"/><Relationship Id="rId25" Type="http://schemas.openxmlformats.org/officeDocument/2006/relationships/image" Target="../media/image78.wmf"/><Relationship Id="rId26" Type="http://schemas.openxmlformats.org/officeDocument/2006/relationships/slideLayout" Target="../slideLayouts/slideLayout29.xml"/>
</Relationships>
</file>

<file path=ppt/slides/_rels/slide16.xml.rels><?xml version="1.0" encoding="UTF-8"?>
<Relationships xmlns="http://schemas.openxmlformats.org/package/2006/relationships"><Relationship Id="rId1" Type="http://schemas.openxmlformats.org/officeDocument/2006/relationships/image" Target="../media/image79.png"/><Relationship Id="rId2" Type="http://schemas.openxmlformats.org/officeDocument/2006/relationships/image" Target="../media/image80.png"/><Relationship Id="rId3" Type="http://schemas.openxmlformats.org/officeDocument/2006/relationships/slideLayout" Target="../slideLayouts/slideLayout29.xml"/>
</Relationships>
</file>

<file path=ppt/slides/_rels/slide1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81.wmf"/><Relationship Id="rId3" Type="http://schemas.openxmlformats.org/officeDocument/2006/relationships/oleObject" Target="../embeddings/oleObject2.bin"/><Relationship Id="rId4" Type="http://schemas.openxmlformats.org/officeDocument/2006/relationships/image" Target="../media/image82.wmf"/><Relationship Id="rId5" Type="http://schemas.openxmlformats.org/officeDocument/2006/relationships/oleObject" Target="../embeddings/oleObject3.bin"/><Relationship Id="rId6" Type="http://schemas.openxmlformats.org/officeDocument/2006/relationships/image" Target="../media/image83.wmf"/><Relationship Id="rId7" Type="http://schemas.openxmlformats.org/officeDocument/2006/relationships/oleObject" Target="../embeddings/oleObject4.bin"/><Relationship Id="rId8" Type="http://schemas.openxmlformats.org/officeDocument/2006/relationships/image" Target="../media/image84.wmf"/><Relationship Id="rId9" Type="http://schemas.openxmlformats.org/officeDocument/2006/relationships/oleObject" Target="../embeddings/oleObject5.bin"/><Relationship Id="rId10" Type="http://schemas.openxmlformats.org/officeDocument/2006/relationships/image" Target="../media/image85.wmf"/><Relationship Id="rId11" Type="http://schemas.openxmlformats.org/officeDocument/2006/relationships/oleObject" Target="../embeddings/oleObject6.bin"/><Relationship Id="rId12" Type="http://schemas.openxmlformats.org/officeDocument/2006/relationships/image" Target="../media/image86.wmf"/><Relationship Id="rId13" Type="http://schemas.openxmlformats.org/officeDocument/2006/relationships/image" Target="../media/image87.wmf"/><Relationship Id="rId14" Type="http://schemas.openxmlformats.org/officeDocument/2006/relationships/image" Target="../media/image88.wmf"/><Relationship Id="rId15" Type="http://schemas.openxmlformats.org/officeDocument/2006/relationships/image" Target="../media/image89.wmf"/><Relationship Id="rId16" Type="http://schemas.openxmlformats.org/officeDocument/2006/relationships/image" Target="../media/image90.wmf"/><Relationship Id="rId17" Type="http://schemas.openxmlformats.org/officeDocument/2006/relationships/image" Target="../media/image91.wmf"/><Relationship Id="rId18" Type="http://schemas.openxmlformats.org/officeDocument/2006/relationships/image" Target="../media/image92.wmf"/><Relationship Id="rId19" Type="http://schemas.openxmlformats.org/officeDocument/2006/relationships/slideLayout" Target="../slideLayouts/slideLayout37.xml"/>
</Relationships>
</file>

<file path=ppt/slides/_rels/slide18.xml.rels><?xml version="1.0" encoding="UTF-8"?>
<Relationships xmlns="http://schemas.openxmlformats.org/package/2006/relationships"><Relationship Id="rId1" Type="http://schemas.openxmlformats.org/officeDocument/2006/relationships/image" Target="../media/image93.png"/><Relationship Id="rId2" Type="http://schemas.openxmlformats.org/officeDocument/2006/relationships/slideLayout" Target="../slideLayouts/slideLayout29.xml"/>
</Relationships>
</file>

<file path=ppt/slides/_rels/slide19.xml.rels><?xml version="1.0" encoding="UTF-8"?>
<Relationships xmlns="http://schemas.openxmlformats.org/package/2006/relationships"><Relationship Id="rId1" Type="http://schemas.openxmlformats.org/officeDocument/2006/relationships/image" Target="../media/image94.png"/><Relationship Id="rId2" Type="http://schemas.openxmlformats.org/officeDocument/2006/relationships/slideLayout" Target="../slideLayouts/slideLayout29.xml"/>
</Relationships>
</file>

<file path=ppt/slides/_rels/slide20.xml.rels><?xml version="1.0" encoding="UTF-8"?>
<Relationships xmlns="http://schemas.openxmlformats.org/package/2006/relationships"><Relationship Id="rId1" Type="http://schemas.openxmlformats.org/officeDocument/2006/relationships/image" Target="../media/image95.png"/><Relationship Id="rId2" Type="http://schemas.openxmlformats.org/officeDocument/2006/relationships/oleObject" Target="../embeddings/oleObject1.bin"/><Relationship Id="rId3" Type="http://schemas.openxmlformats.org/officeDocument/2006/relationships/image" Target="../media/image96.wmf"/><Relationship Id="rId4" Type="http://schemas.openxmlformats.org/officeDocument/2006/relationships/oleObject" Target="../embeddings/oleObject2.bin"/><Relationship Id="rId5" Type="http://schemas.openxmlformats.org/officeDocument/2006/relationships/image" Target="../media/image97.wmf"/><Relationship Id="rId6" Type="http://schemas.openxmlformats.org/officeDocument/2006/relationships/oleObject" Target="../embeddings/oleObject3.bin"/><Relationship Id="rId7" Type="http://schemas.openxmlformats.org/officeDocument/2006/relationships/image" Target="../media/image98.wmf"/><Relationship Id="rId8" Type="http://schemas.openxmlformats.org/officeDocument/2006/relationships/oleObject" Target="../embeddings/oleObject4.bin"/><Relationship Id="rId9" Type="http://schemas.openxmlformats.org/officeDocument/2006/relationships/image" Target="../media/image99.wmf"/><Relationship Id="rId10" Type="http://schemas.openxmlformats.org/officeDocument/2006/relationships/oleObject" Target="../embeddings/oleObject5.bin"/><Relationship Id="rId11" Type="http://schemas.openxmlformats.org/officeDocument/2006/relationships/image" Target="../media/image100.wmf"/><Relationship Id="rId12" Type="http://schemas.openxmlformats.org/officeDocument/2006/relationships/oleObject" Target="../embeddings/oleObject6.bin"/><Relationship Id="rId13" Type="http://schemas.openxmlformats.org/officeDocument/2006/relationships/image" Target="../media/image101.wmf"/><Relationship Id="rId14" Type="http://schemas.openxmlformats.org/officeDocument/2006/relationships/oleObject" Target="../embeddings/oleObject7.bin"/><Relationship Id="rId15" Type="http://schemas.openxmlformats.org/officeDocument/2006/relationships/image" Target="../media/image102.wmf"/><Relationship Id="rId16" Type="http://schemas.openxmlformats.org/officeDocument/2006/relationships/oleObject" Target="../embeddings/oleObject8.bin"/><Relationship Id="rId17" Type="http://schemas.openxmlformats.org/officeDocument/2006/relationships/image" Target="../media/image103.wmf"/><Relationship Id="rId18" Type="http://schemas.openxmlformats.org/officeDocument/2006/relationships/oleObject" Target="../embeddings/oleObject9.bin"/><Relationship Id="rId19" Type="http://schemas.openxmlformats.org/officeDocument/2006/relationships/image" Target="../media/image104.wmf"/><Relationship Id="rId20" Type="http://schemas.openxmlformats.org/officeDocument/2006/relationships/oleObject" Target="../embeddings/oleObject10.bin"/><Relationship Id="rId21" Type="http://schemas.openxmlformats.org/officeDocument/2006/relationships/image" Target="../media/image105.wmf"/><Relationship Id="rId22" Type="http://schemas.openxmlformats.org/officeDocument/2006/relationships/image" Target="../media/image106.wmf"/><Relationship Id="rId23" Type="http://schemas.openxmlformats.org/officeDocument/2006/relationships/image" Target="../media/image107.wmf"/><Relationship Id="rId24" Type="http://schemas.openxmlformats.org/officeDocument/2006/relationships/image" Target="../media/image108.wmf"/><Relationship Id="rId25" Type="http://schemas.openxmlformats.org/officeDocument/2006/relationships/image" Target="../media/image109.wmf"/><Relationship Id="rId26" Type="http://schemas.openxmlformats.org/officeDocument/2006/relationships/image" Target="../media/image110.wmf"/><Relationship Id="rId27" Type="http://schemas.openxmlformats.org/officeDocument/2006/relationships/image" Target="../media/image111.wmf"/><Relationship Id="rId28" Type="http://schemas.openxmlformats.org/officeDocument/2006/relationships/image" Target="../media/image112.wmf"/><Relationship Id="rId29" Type="http://schemas.openxmlformats.org/officeDocument/2006/relationships/image" Target="../media/image113.wmf"/><Relationship Id="rId30" Type="http://schemas.openxmlformats.org/officeDocument/2006/relationships/image" Target="../media/image114.wmf"/><Relationship Id="rId31" Type="http://schemas.openxmlformats.org/officeDocument/2006/relationships/image" Target="../media/image115.wmf"/><Relationship Id="rId32" Type="http://schemas.openxmlformats.org/officeDocument/2006/relationships/slideLayout" Target="../slideLayouts/slideLayout29.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16.png"/><Relationship Id="rId2"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17.wmf"/><Relationship Id="rId3" Type="http://schemas.openxmlformats.org/officeDocument/2006/relationships/oleObject" Target="../embeddings/oleObject2.bin"/><Relationship Id="rId4" Type="http://schemas.openxmlformats.org/officeDocument/2006/relationships/image" Target="../media/image118.wmf"/><Relationship Id="rId5" Type="http://schemas.openxmlformats.org/officeDocument/2006/relationships/oleObject" Target="../embeddings/oleObject3.bin"/><Relationship Id="rId6" Type="http://schemas.openxmlformats.org/officeDocument/2006/relationships/image" Target="../media/image119.wmf"/><Relationship Id="rId7" Type="http://schemas.openxmlformats.org/officeDocument/2006/relationships/image" Target="../media/image120.wmf"/><Relationship Id="rId8" Type="http://schemas.openxmlformats.org/officeDocument/2006/relationships/image" Target="../media/image121.wmf"/><Relationship Id="rId9" Type="http://schemas.openxmlformats.org/officeDocument/2006/relationships/image" Target="../media/image122.wmf"/><Relationship Id="rId10"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image" Target="../media/image123.wmf"/><Relationship Id="rId2" Type="http://schemas.openxmlformats.org/officeDocument/2006/relationships/image" Target="../media/image124.wmf"/><Relationship Id="rId3" Type="http://schemas.openxmlformats.org/officeDocument/2006/relationships/image" Target="../media/image125.wmf"/><Relationship Id="rId4"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image" Target="../media/image126.png"/><Relationship Id="rId2" Type="http://schemas.openxmlformats.org/officeDocument/2006/relationships/oleObject" Target="../embeddings/oleObject1.bin"/><Relationship Id="rId3" Type="http://schemas.openxmlformats.org/officeDocument/2006/relationships/image" Target="../media/image127.wmf"/><Relationship Id="rId4" Type="http://schemas.openxmlformats.org/officeDocument/2006/relationships/image" Target="../media/image128.wmf"/><Relationship Id="rId5" Type="http://schemas.openxmlformats.org/officeDocument/2006/relationships/slideLayout" Target="../slideLayouts/slideLayout29.xml"/>
</Relationships>
</file>

<file path=ppt/slides/_rels/slide31.xml.rels><?xml version="1.0" encoding="UTF-8"?>
<Relationships xmlns="http://schemas.openxmlformats.org/package/2006/relationships"><Relationship Id="rId1" Type="http://schemas.openxmlformats.org/officeDocument/2006/relationships/image" Target="../media/image129.png"/><Relationship Id="rId2" Type="http://schemas.openxmlformats.org/officeDocument/2006/relationships/image" Target="../media/image130.png"/><Relationship Id="rId3"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3.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4.xml.rels><?xml version="1.0" encoding="UTF-8"?>
<Relationships xmlns="http://schemas.openxmlformats.org/package/2006/relationships"><Relationship Id="rId1" Type="http://schemas.openxmlformats.org/officeDocument/2006/relationships/image" Target="../media/image135.png"/><Relationship Id="rId2" Type="http://schemas.openxmlformats.org/officeDocument/2006/relationships/oleObject" Target="../embeddings/oleObject1.bin"/><Relationship Id="rId3" Type="http://schemas.openxmlformats.org/officeDocument/2006/relationships/image" Target="../media/image136.wmf"/><Relationship Id="rId4" Type="http://schemas.openxmlformats.org/officeDocument/2006/relationships/image" Target="../media/image137.wmf"/><Relationship Id="rId5" Type="http://schemas.openxmlformats.org/officeDocument/2006/relationships/slideLayout" Target="../slideLayouts/slideLayout29.xml"/>
</Relationships>
</file>

<file path=ppt/slides/_rels/slide3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38.wmf"/><Relationship Id="rId3" Type="http://schemas.openxmlformats.org/officeDocument/2006/relationships/oleObject" Target="../embeddings/oleObject2.bin"/><Relationship Id="rId4" Type="http://schemas.openxmlformats.org/officeDocument/2006/relationships/image" Target="../media/image139.wmf"/><Relationship Id="rId5" Type="http://schemas.openxmlformats.org/officeDocument/2006/relationships/oleObject" Target="../embeddings/oleObject3.bin"/><Relationship Id="rId6" Type="http://schemas.openxmlformats.org/officeDocument/2006/relationships/image" Target="../media/image140.wmf"/><Relationship Id="rId7" Type="http://schemas.openxmlformats.org/officeDocument/2006/relationships/oleObject" Target="../embeddings/oleObject4.bin"/><Relationship Id="rId8" Type="http://schemas.openxmlformats.org/officeDocument/2006/relationships/image" Target="../media/image141.wmf"/><Relationship Id="rId9" Type="http://schemas.openxmlformats.org/officeDocument/2006/relationships/oleObject" Target="../embeddings/oleObject5.bin"/><Relationship Id="rId10" Type="http://schemas.openxmlformats.org/officeDocument/2006/relationships/image" Target="../media/image142.wmf"/><Relationship Id="rId11" Type="http://schemas.openxmlformats.org/officeDocument/2006/relationships/oleObject" Target="../embeddings/oleObject6.bin"/><Relationship Id="rId12" Type="http://schemas.openxmlformats.org/officeDocument/2006/relationships/image" Target="../media/image143.wmf"/><Relationship Id="rId13" Type="http://schemas.openxmlformats.org/officeDocument/2006/relationships/image" Target="../media/image144.wmf"/><Relationship Id="rId14" Type="http://schemas.openxmlformats.org/officeDocument/2006/relationships/image" Target="../media/image145.wmf"/><Relationship Id="rId15" Type="http://schemas.openxmlformats.org/officeDocument/2006/relationships/image" Target="../media/image146.wmf"/><Relationship Id="rId16" Type="http://schemas.openxmlformats.org/officeDocument/2006/relationships/image" Target="../media/image147.wmf"/><Relationship Id="rId17" Type="http://schemas.openxmlformats.org/officeDocument/2006/relationships/image" Target="../media/image148.wmf"/><Relationship Id="rId18" Type="http://schemas.openxmlformats.org/officeDocument/2006/relationships/image" Target="../media/image149.wmf"/><Relationship Id="rId19" Type="http://schemas.openxmlformats.org/officeDocument/2006/relationships/slideLayout" Target="../slideLayouts/slideLayout49.xml"/>
</Relationships>
</file>

<file path=ppt/slides/_rels/slide3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50.wmf"/><Relationship Id="rId3" Type="http://schemas.openxmlformats.org/officeDocument/2006/relationships/oleObject" Target="../embeddings/oleObject2.bin"/><Relationship Id="rId4" Type="http://schemas.openxmlformats.org/officeDocument/2006/relationships/image" Target="../media/image151.wmf"/><Relationship Id="rId5" Type="http://schemas.openxmlformats.org/officeDocument/2006/relationships/oleObject" Target="../embeddings/oleObject3.bin"/><Relationship Id="rId6" Type="http://schemas.openxmlformats.org/officeDocument/2006/relationships/image" Target="../media/image152.wmf"/><Relationship Id="rId7" Type="http://schemas.openxmlformats.org/officeDocument/2006/relationships/oleObject" Target="../embeddings/oleObject4.bin"/><Relationship Id="rId8" Type="http://schemas.openxmlformats.org/officeDocument/2006/relationships/image" Target="../media/image153.wmf"/><Relationship Id="rId9" Type="http://schemas.openxmlformats.org/officeDocument/2006/relationships/oleObject" Target="../embeddings/oleObject5.bin"/><Relationship Id="rId10" Type="http://schemas.openxmlformats.org/officeDocument/2006/relationships/image" Target="../media/image154.wmf"/><Relationship Id="rId11" Type="http://schemas.openxmlformats.org/officeDocument/2006/relationships/oleObject" Target="../embeddings/oleObject6.bin"/><Relationship Id="rId12" Type="http://schemas.openxmlformats.org/officeDocument/2006/relationships/image" Target="../media/image155.wmf"/><Relationship Id="rId13" Type="http://schemas.openxmlformats.org/officeDocument/2006/relationships/oleObject" Target="../embeddings/oleObject7.bin"/><Relationship Id="rId14" Type="http://schemas.openxmlformats.org/officeDocument/2006/relationships/image" Target="../media/image156.wmf"/><Relationship Id="rId15" Type="http://schemas.openxmlformats.org/officeDocument/2006/relationships/image" Target="../media/image157.wmf"/><Relationship Id="rId16" Type="http://schemas.openxmlformats.org/officeDocument/2006/relationships/image" Target="../media/image158.wmf"/><Relationship Id="rId17" Type="http://schemas.openxmlformats.org/officeDocument/2006/relationships/image" Target="../media/image159.wmf"/><Relationship Id="rId18" Type="http://schemas.openxmlformats.org/officeDocument/2006/relationships/image" Target="../media/image160.wmf"/><Relationship Id="rId19" Type="http://schemas.openxmlformats.org/officeDocument/2006/relationships/image" Target="../media/image161.wmf"/><Relationship Id="rId20" Type="http://schemas.openxmlformats.org/officeDocument/2006/relationships/image" Target="../media/image162.wmf"/><Relationship Id="rId21" Type="http://schemas.openxmlformats.org/officeDocument/2006/relationships/image" Target="../media/image163.wmf"/><Relationship Id="rId22" Type="http://schemas.openxmlformats.org/officeDocument/2006/relationships/slideLayout" Target="../slideLayouts/slideLayout49.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4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64.wmf"/><Relationship Id="rId3" Type="http://schemas.openxmlformats.org/officeDocument/2006/relationships/oleObject" Target="../embeddings/oleObject2.bin"/><Relationship Id="rId4" Type="http://schemas.openxmlformats.org/officeDocument/2006/relationships/image" Target="../media/image165.wmf"/><Relationship Id="rId5" Type="http://schemas.openxmlformats.org/officeDocument/2006/relationships/oleObject" Target="../embeddings/oleObject3.bin"/><Relationship Id="rId6" Type="http://schemas.openxmlformats.org/officeDocument/2006/relationships/image" Target="../media/image166.wmf"/><Relationship Id="rId7" Type="http://schemas.openxmlformats.org/officeDocument/2006/relationships/oleObject" Target="../embeddings/oleObject4.bin"/><Relationship Id="rId8" Type="http://schemas.openxmlformats.org/officeDocument/2006/relationships/image" Target="../media/image167.wmf"/><Relationship Id="rId9" Type="http://schemas.openxmlformats.org/officeDocument/2006/relationships/oleObject" Target="../embeddings/oleObject5.bin"/><Relationship Id="rId10" Type="http://schemas.openxmlformats.org/officeDocument/2006/relationships/image" Target="../media/image168.wmf"/><Relationship Id="rId11" Type="http://schemas.openxmlformats.org/officeDocument/2006/relationships/oleObject" Target="../embeddings/oleObject6.bin"/><Relationship Id="rId12" Type="http://schemas.openxmlformats.org/officeDocument/2006/relationships/image" Target="../media/image169.wmf"/><Relationship Id="rId13" Type="http://schemas.openxmlformats.org/officeDocument/2006/relationships/oleObject" Target="../embeddings/oleObject7.bin"/><Relationship Id="rId14" Type="http://schemas.openxmlformats.org/officeDocument/2006/relationships/image" Target="../media/image170.wmf"/><Relationship Id="rId15" Type="http://schemas.openxmlformats.org/officeDocument/2006/relationships/oleObject" Target="../embeddings/oleObject8.bin"/><Relationship Id="rId16" Type="http://schemas.openxmlformats.org/officeDocument/2006/relationships/image" Target="../media/image171.wmf"/><Relationship Id="rId17" Type="http://schemas.openxmlformats.org/officeDocument/2006/relationships/image" Target="../media/image172.wmf"/><Relationship Id="rId18" Type="http://schemas.openxmlformats.org/officeDocument/2006/relationships/image" Target="../media/image173.wmf"/><Relationship Id="rId19" Type="http://schemas.openxmlformats.org/officeDocument/2006/relationships/image" Target="../media/image174.wmf"/><Relationship Id="rId20" Type="http://schemas.openxmlformats.org/officeDocument/2006/relationships/image" Target="../media/image175.wmf"/><Relationship Id="rId21" Type="http://schemas.openxmlformats.org/officeDocument/2006/relationships/image" Target="../media/image176.wmf"/><Relationship Id="rId22" Type="http://schemas.openxmlformats.org/officeDocument/2006/relationships/image" Target="../media/image177.wmf"/><Relationship Id="rId23" Type="http://schemas.openxmlformats.org/officeDocument/2006/relationships/image" Target="../media/image178.wmf"/><Relationship Id="rId24" Type="http://schemas.openxmlformats.org/officeDocument/2006/relationships/image" Target="../media/image179.wmf"/><Relationship Id="rId25" Type="http://schemas.openxmlformats.org/officeDocument/2006/relationships/slideLayout" Target="../slideLayouts/slideLayout49.xml"/>
</Relationships>
</file>

<file path=ppt/slides/_rels/slide4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80.wmf"/><Relationship Id="rId3" Type="http://schemas.openxmlformats.org/officeDocument/2006/relationships/oleObject" Target="../embeddings/oleObject2.bin"/><Relationship Id="rId4" Type="http://schemas.openxmlformats.org/officeDocument/2006/relationships/image" Target="../media/image181.wmf"/><Relationship Id="rId5" Type="http://schemas.openxmlformats.org/officeDocument/2006/relationships/image" Target="../media/image182.wmf"/><Relationship Id="rId6" Type="http://schemas.openxmlformats.org/officeDocument/2006/relationships/image" Target="../media/image183.wmf"/><Relationship Id="rId7" Type="http://schemas.openxmlformats.org/officeDocument/2006/relationships/slideLayout" Target="../slideLayouts/slideLayout49.xml"/>
</Relationships>
</file>

<file path=ppt/slides/_rels/slide4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84.wmf"/><Relationship Id="rId3" Type="http://schemas.openxmlformats.org/officeDocument/2006/relationships/oleObject" Target="../embeddings/oleObject2.bin"/><Relationship Id="rId4" Type="http://schemas.openxmlformats.org/officeDocument/2006/relationships/image" Target="../media/image185.wmf"/><Relationship Id="rId5" Type="http://schemas.openxmlformats.org/officeDocument/2006/relationships/oleObject" Target="../embeddings/oleObject3.bin"/><Relationship Id="rId6" Type="http://schemas.openxmlformats.org/officeDocument/2006/relationships/image" Target="../media/image186.wmf"/><Relationship Id="rId7" Type="http://schemas.openxmlformats.org/officeDocument/2006/relationships/oleObject" Target="../embeddings/oleObject4.bin"/><Relationship Id="rId8" Type="http://schemas.openxmlformats.org/officeDocument/2006/relationships/image" Target="../media/image187.wmf"/><Relationship Id="rId9" Type="http://schemas.openxmlformats.org/officeDocument/2006/relationships/oleObject" Target="../embeddings/oleObject5.bin"/><Relationship Id="rId10" Type="http://schemas.openxmlformats.org/officeDocument/2006/relationships/image" Target="../media/image188.wmf"/><Relationship Id="rId11" Type="http://schemas.openxmlformats.org/officeDocument/2006/relationships/oleObject" Target="../embeddings/oleObject6.bin"/><Relationship Id="rId12" Type="http://schemas.openxmlformats.org/officeDocument/2006/relationships/image" Target="../media/image189.wmf"/><Relationship Id="rId13" Type="http://schemas.openxmlformats.org/officeDocument/2006/relationships/oleObject" Target="../embeddings/oleObject7.bin"/><Relationship Id="rId14" Type="http://schemas.openxmlformats.org/officeDocument/2006/relationships/image" Target="../media/image190.wmf"/><Relationship Id="rId15" Type="http://schemas.openxmlformats.org/officeDocument/2006/relationships/oleObject" Target="../embeddings/oleObject8.bin"/><Relationship Id="rId16" Type="http://schemas.openxmlformats.org/officeDocument/2006/relationships/image" Target="../media/image191.wmf"/><Relationship Id="rId17" Type="http://schemas.openxmlformats.org/officeDocument/2006/relationships/oleObject" Target="../embeddings/oleObject9.bin"/><Relationship Id="rId18" Type="http://schemas.openxmlformats.org/officeDocument/2006/relationships/image" Target="../media/image192.wmf"/><Relationship Id="rId19" Type="http://schemas.openxmlformats.org/officeDocument/2006/relationships/image" Target="../media/image193.wmf"/><Relationship Id="rId20" Type="http://schemas.openxmlformats.org/officeDocument/2006/relationships/image" Target="../media/image194.wmf"/><Relationship Id="rId21" Type="http://schemas.openxmlformats.org/officeDocument/2006/relationships/image" Target="../media/image195.wmf"/><Relationship Id="rId22" Type="http://schemas.openxmlformats.org/officeDocument/2006/relationships/image" Target="../media/image196.wmf"/><Relationship Id="rId23" Type="http://schemas.openxmlformats.org/officeDocument/2006/relationships/image" Target="../media/image197.wmf"/><Relationship Id="rId24" Type="http://schemas.openxmlformats.org/officeDocument/2006/relationships/image" Target="../media/image198.wmf"/><Relationship Id="rId25" Type="http://schemas.openxmlformats.org/officeDocument/2006/relationships/image" Target="../media/image199.wmf"/><Relationship Id="rId26" Type="http://schemas.openxmlformats.org/officeDocument/2006/relationships/image" Target="../media/image200.wmf"/><Relationship Id="rId27" Type="http://schemas.openxmlformats.org/officeDocument/2006/relationships/image" Target="../media/image201.wmf"/><Relationship Id="rId28" Type="http://schemas.openxmlformats.org/officeDocument/2006/relationships/slideLayout" Target="../slideLayouts/slideLayout4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p:nvPr>
        </p:nvSpPr>
        <p:spPr>
          <a:xfrm>
            <a:off x="4141080" y="4177080"/>
            <a:ext cx="8050320" cy="2680560"/>
          </a:xfrm>
          <a:prstGeom prst="rect">
            <a:avLst/>
          </a:prstGeom>
          <a:noFill/>
          <a:ln w="0">
            <a:noFill/>
          </a:ln>
        </p:spPr>
        <p:txBody>
          <a:bodyPr anchor="t">
            <a:normAutofit/>
          </a:bodyPr>
          <a:p>
            <a:pPr algn="r">
              <a:lnSpc>
                <a:spcPct val="90000"/>
              </a:lnSpc>
              <a:spcBef>
                <a:spcPts val="1001"/>
              </a:spcBef>
              <a:buNone/>
              <a:tabLst>
                <a:tab algn="l" pos="0"/>
              </a:tabLst>
            </a:pPr>
            <a:r>
              <a:rPr b="0" lang="ru-RU" sz="2400" spc="-1" strike="noStrike">
                <a:solidFill>
                  <a:srgbClr val="352379"/>
                </a:solidFill>
                <a:latin typeface="Montserrat"/>
                <a:ea typeface="Arial"/>
              </a:rPr>
              <a:t> </a:t>
            </a:r>
            <a:r>
              <a:rPr b="0" lang="ru-RU" sz="2400" spc="-1" strike="noStrike">
                <a:solidFill>
                  <a:srgbClr val="352379"/>
                </a:solidFill>
                <a:latin typeface="Montserrat"/>
                <a:ea typeface="Arial"/>
              </a:rPr>
              <a:t>Кафедра «Теория электрических цепей»</a:t>
            </a:r>
            <a:endParaRPr b="0" lang="ru-RU" sz="2400" spc="-1" strike="noStrike">
              <a:solidFill>
                <a:srgbClr val="352379"/>
              </a:solidFill>
              <a:latin typeface="Montserrat"/>
            </a:endParaRPr>
          </a:p>
          <a:p>
            <a:pPr algn="r">
              <a:lnSpc>
                <a:spcPct val="90000"/>
              </a:lnSpc>
              <a:spcBef>
                <a:spcPts val="1001"/>
              </a:spcBef>
              <a:buNone/>
              <a:tabLst>
                <a:tab algn="l" pos="0"/>
              </a:tabLst>
            </a:pPr>
            <a:r>
              <a:rPr b="0" lang="ru-RU" sz="2400" spc="-1" strike="noStrike">
                <a:solidFill>
                  <a:srgbClr val="352379"/>
                </a:solidFill>
                <a:latin typeface="Montserrat"/>
                <a:ea typeface="Arial"/>
              </a:rPr>
              <a:t> </a:t>
            </a:r>
            <a:endParaRPr b="0" lang="ru-RU" sz="2400" spc="-1" strike="noStrike">
              <a:solidFill>
                <a:srgbClr val="352379"/>
              </a:solidFill>
              <a:latin typeface="Montserrat"/>
            </a:endParaRPr>
          </a:p>
          <a:p>
            <a:pPr algn="r">
              <a:lnSpc>
                <a:spcPct val="90000"/>
              </a:lnSpc>
              <a:spcBef>
                <a:spcPts val="1001"/>
              </a:spcBef>
              <a:buNone/>
              <a:tabLst>
                <a:tab algn="l" pos="0"/>
              </a:tabLst>
            </a:pPr>
            <a:endParaRPr b="0" lang="ru-RU" sz="2400" spc="-1" strike="noStrike">
              <a:solidFill>
                <a:srgbClr val="352379"/>
              </a:solidFill>
              <a:latin typeface="Montserrat"/>
            </a:endParaRPr>
          </a:p>
          <a:p>
            <a:pPr algn="r">
              <a:lnSpc>
                <a:spcPct val="90000"/>
              </a:lnSpc>
              <a:spcBef>
                <a:spcPts val="1001"/>
              </a:spcBef>
              <a:buNone/>
              <a:tabLst>
                <a:tab algn="l" pos="0"/>
              </a:tabLst>
            </a:pPr>
            <a:r>
              <a:rPr b="0" lang="ru-RU" sz="2400" spc="-1" strike="noStrike">
                <a:solidFill>
                  <a:srgbClr val="352379"/>
                </a:solidFill>
                <a:latin typeface="Montserrat"/>
                <a:ea typeface="Arial"/>
              </a:rPr>
              <a:t>Лектор: Овсянникова </a:t>
            </a:r>
            <a:endParaRPr b="0" lang="ru-RU" sz="2400" spc="-1" strike="noStrike">
              <a:solidFill>
                <a:srgbClr val="352379"/>
              </a:solidFill>
              <a:latin typeface="Montserrat"/>
            </a:endParaRPr>
          </a:p>
          <a:p>
            <a:pPr algn="r">
              <a:lnSpc>
                <a:spcPct val="90000"/>
              </a:lnSpc>
              <a:spcBef>
                <a:spcPts val="1001"/>
              </a:spcBef>
              <a:buNone/>
              <a:tabLst>
                <a:tab algn="l" pos="0"/>
              </a:tabLst>
            </a:pPr>
            <a:r>
              <a:rPr b="0" lang="ru-RU" sz="2400" spc="-1" strike="noStrike">
                <a:solidFill>
                  <a:srgbClr val="352379"/>
                </a:solidFill>
                <a:latin typeface="Montserrat"/>
                <a:ea typeface="Arial"/>
              </a:rPr>
              <a:t>Елена Александровна</a:t>
            </a:r>
            <a:endParaRPr b="0" lang="ru-RU" sz="2400" spc="-1" strike="noStrike">
              <a:solidFill>
                <a:srgbClr val="352379"/>
              </a:solidFill>
              <a:latin typeface="Montserrat"/>
            </a:endParaRPr>
          </a:p>
          <a:p>
            <a:pPr>
              <a:lnSpc>
                <a:spcPct val="90000"/>
              </a:lnSpc>
              <a:spcBef>
                <a:spcPts val="1001"/>
              </a:spcBef>
              <a:buNone/>
              <a:tabLst>
                <a:tab algn="l" pos="0"/>
              </a:tabLst>
            </a:pPr>
            <a:endParaRPr b="0" lang="ru-RU" sz="2400" spc="-1" strike="noStrike">
              <a:solidFill>
                <a:srgbClr val="352379"/>
              </a:solidFill>
              <a:latin typeface="Montserrat"/>
            </a:endParaRPr>
          </a:p>
        </p:txBody>
      </p:sp>
      <p:sp>
        <p:nvSpPr>
          <p:cNvPr id="231" name="PlaceHolder 2"/>
          <p:cNvSpPr>
            <a:spLocks noGrp="1"/>
          </p:cNvSpPr>
          <p:nvPr>
            <p:ph/>
          </p:nvPr>
        </p:nvSpPr>
        <p:spPr>
          <a:xfrm>
            <a:off x="182880" y="2131200"/>
            <a:ext cx="3055680" cy="2074680"/>
          </a:xfrm>
          <a:prstGeom prst="rect">
            <a:avLst/>
          </a:prstGeom>
          <a:noFill/>
          <a:ln w="0">
            <a:noFill/>
          </a:ln>
        </p:spPr>
        <p:txBody>
          <a:bodyPr anchor="t">
            <a:noAutofit/>
          </a:bodyPr>
          <a:p>
            <a:pPr algn="ctr">
              <a:lnSpc>
                <a:spcPct val="90000"/>
              </a:lnSpc>
              <a:spcBef>
                <a:spcPts val="1001"/>
              </a:spcBef>
              <a:buNone/>
              <a:tabLst>
                <a:tab algn="l" pos="0"/>
              </a:tabLst>
            </a:pPr>
            <a:r>
              <a:rPr b="0" lang="ru-RU" sz="3200" spc="-1" strike="noStrike">
                <a:solidFill>
                  <a:srgbClr val="ffffff"/>
                </a:solidFill>
                <a:latin typeface="Montserrat SemiBold"/>
                <a:ea typeface="Arial"/>
              </a:rPr>
              <a:t>ДИСЦИПЛИНА:</a:t>
            </a:r>
            <a:endParaRPr b="0" lang="ru-RU" sz="3200" spc="-1" strike="noStrike">
              <a:solidFill>
                <a:srgbClr val="352379"/>
              </a:solidFill>
              <a:latin typeface="Montserrat"/>
            </a:endParaRPr>
          </a:p>
          <a:p>
            <a:pPr algn="ctr">
              <a:lnSpc>
                <a:spcPct val="90000"/>
              </a:lnSpc>
              <a:spcBef>
                <a:spcPts val="1001"/>
              </a:spcBef>
              <a:buNone/>
              <a:tabLst>
                <a:tab algn="l" pos="0"/>
              </a:tabLst>
            </a:pPr>
            <a:r>
              <a:rPr b="1" lang="ru-RU" sz="3200" spc="-1" strike="noStrike">
                <a:solidFill>
                  <a:srgbClr val="ffffff"/>
                </a:solidFill>
                <a:latin typeface="Montserrat SemiBold"/>
                <a:ea typeface="Arial"/>
              </a:rPr>
              <a:t>Электротехника</a:t>
            </a:r>
            <a:endParaRPr b="0" lang="ru-RU" sz="3200" spc="-1" strike="noStrike">
              <a:solidFill>
                <a:srgbClr val="352379"/>
              </a:solidFill>
              <a:latin typeface="Montserrat"/>
            </a:endParaRPr>
          </a:p>
        </p:txBody>
      </p:sp>
      <p:sp>
        <p:nvSpPr>
          <p:cNvPr id="232" name="PlaceHolder 3"/>
          <p:cNvSpPr>
            <a:spLocks noGrp="1"/>
          </p:cNvSpPr>
          <p:nvPr>
            <p:ph type="title"/>
          </p:nvPr>
        </p:nvSpPr>
        <p:spPr>
          <a:xfrm>
            <a:off x="3963600" y="499320"/>
            <a:ext cx="8044920" cy="3263760"/>
          </a:xfrm>
          <a:prstGeom prst="rect">
            <a:avLst/>
          </a:prstGeom>
          <a:noFill/>
          <a:ln w="0">
            <a:noFill/>
          </a:ln>
        </p:spPr>
        <p:txBody>
          <a:bodyPr anchor="t">
            <a:noAutofit/>
          </a:bodyPr>
          <a:p>
            <a:pPr algn="ctr">
              <a:lnSpc>
                <a:spcPct val="100000"/>
              </a:lnSpc>
              <a:buNone/>
            </a:pPr>
            <a:r>
              <a:rPr b="1" lang="ru-RU" sz="4000" spc="-1" strike="noStrike">
                <a:solidFill>
                  <a:srgbClr val="352379"/>
                </a:solidFill>
                <a:latin typeface="Montserrat SemiBold"/>
                <a:ea typeface="Arial"/>
              </a:rPr>
              <a:t>Лекция №2 </a:t>
            </a:r>
            <a:br>
              <a:rPr sz="4000"/>
            </a:br>
            <a:r>
              <a:rPr b="0" lang="ru-RU" sz="4000" spc="-1" strike="noStrike">
                <a:solidFill>
                  <a:srgbClr val="352379"/>
                </a:solidFill>
                <a:latin typeface="Montserrat SemiBold"/>
                <a:ea typeface="Arial"/>
              </a:rPr>
              <a:t>на тему: </a:t>
            </a:r>
            <a:br>
              <a:rPr sz="4000"/>
            </a:br>
            <a:r>
              <a:rPr b="0" lang="ru-RU" sz="4000" spc="-1" strike="noStrike">
                <a:solidFill>
                  <a:srgbClr val="352379"/>
                </a:solidFill>
                <a:latin typeface="Montserrat SemiBold"/>
                <a:ea typeface="Arial"/>
              </a:rPr>
              <a:t>Основные законы электротехники: закон Ома, законы Кирхгофа и их применение к расчёту цепей. </a:t>
            </a:r>
            <a:br>
              <a:rPr sz="4000"/>
            </a:br>
            <a:endParaRPr b="0" lang="ru-RU" sz="4000" spc="-1" strike="noStrike">
              <a:solidFill>
                <a:srgbClr val="352379"/>
              </a:solidFill>
              <a:latin typeface="Montserrat"/>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Num" idx="16"/>
          </p:nvPr>
        </p:nvSpPr>
        <p:spPr>
          <a:xfrm>
            <a:off x="8969400" y="6350760"/>
            <a:ext cx="2857320" cy="364680"/>
          </a:xfrm>
          <a:prstGeom prst="rect">
            <a:avLst/>
          </a:prstGeom>
          <a:noFill/>
          <a:ln w="0">
            <a:noFill/>
          </a:ln>
        </p:spPr>
        <p:txBody>
          <a:bodyPr anchor="ctr">
            <a:noAutofit/>
          </a:bodyPr>
          <a:lstStyle>
            <a:lvl1pPr algn="r">
              <a:lnSpc>
                <a:spcPct val="100000"/>
              </a:lnSpc>
              <a:buNone/>
              <a:defRPr b="1" lang="ru-RU" sz="1200" spc="-1" strike="noStrike">
                <a:solidFill>
                  <a:srgbClr val="908da8"/>
                </a:solidFill>
                <a:latin typeface="Arial Black"/>
                <a:ea typeface="Arial"/>
              </a:defRPr>
            </a:lvl1pPr>
          </a:lstStyle>
          <a:p>
            <a:pPr algn="r">
              <a:lnSpc>
                <a:spcPct val="100000"/>
              </a:lnSpc>
              <a:buNone/>
            </a:pPr>
            <a:fld id="{931ABF3E-94C3-4BB6-ADC3-F8EF7B3609D0}" type="slidenum">
              <a:rPr b="1" lang="ru-RU" sz="1200" spc="-1" strike="noStrike">
                <a:solidFill>
                  <a:srgbClr val="908da8"/>
                </a:solidFill>
                <a:latin typeface="Arial Black"/>
                <a:ea typeface="Arial"/>
              </a:rPr>
              <a:t>1</a:t>
            </a:fld>
            <a:endParaRPr b="0" lang="ru-RU" sz="1200" spc="-1" strike="noStrike">
              <a:latin typeface="Times New Roman"/>
            </a:endParaRPr>
          </a:p>
        </p:txBody>
      </p:sp>
      <p:sp>
        <p:nvSpPr>
          <p:cNvPr id="234" name="PlaceHolder 2"/>
          <p:cNvSpPr>
            <a:spLocks noGrp="1"/>
          </p:cNvSpPr>
          <p:nvPr>
            <p:ph type="title"/>
          </p:nvPr>
        </p:nvSpPr>
        <p:spPr>
          <a:xfrm>
            <a:off x="1874880" y="0"/>
            <a:ext cx="8229240" cy="810720"/>
          </a:xfrm>
          <a:prstGeom prst="rect">
            <a:avLst/>
          </a:prstGeom>
          <a:noFill/>
          <a:ln w="0">
            <a:noFill/>
          </a:ln>
        </p:spPr>
        <p:txBody>
          <a:bodyPr anchor="t">
            <a:noAutofit/>
          </a:bodyPr>
          <a:p>
            <a:pPr algn="ctr">
              <a:lnSpc>
                <a:spcPct val="100000"/>
              </a:lnSpc>
              <a:buNone/>
            </a:pPr>
            <a:r>
              <a:rPr b="0" lang="ru-RU" sz="3600" spc="-1" strike="noStrike">
                <a:solidFill>
                  <a:srgbClr val="ffffff"/>
                </a:solidFill>
                <a:latin typeface="Montserrat SemiBold"/>
                <a:ea typeface="Arial"/>
              </a:rPr>
              <a:t>Электрические цепи постоянного тока</a:t>
            </a:r>
            <a:endParaRPr b="0" lang="ru-RU" sz="3600" spc="-1" strike="noStrike">
              <a:solidFill>
                <a:srgbClr val="352379"/>
              </a:solidFill>
              <a:latin typeface="Montserrat"/>
            </a:endParaRPr>
          </a:p>
        </p:txBody>
      </p:sp>
      <p:sp>
        <p:nvSpPr>
          <p:cNvPr id="235" name="Rectangle 7"/>
          <p:cNvSpPr/>
          <p:nvPr/>
        </p:nvSpPr>
        <p:spPr>
          <a:xfrm>
            <a:off x="1523880" y="3034800"/>
            <a:ext cx="184320" cy="369000"/>
          </a:xfrm>
          <a:prstGeom prst="rect">
            <a:avLst/>
          </a:prstGeom>
          <a:noFill/>
          <a:ln w="0">
            <a:noFill/>
          </a:ln>
        </p:spPr>
        <p:style>
          <a:lnRef idx="0"/>
          <a:fillRef idx="0"/>
          <a:effectRef idx="0"/>
          <a:fontRef idx="minor"/>
        </p:style>
      </p:sp>
      <p:sp>
        <p:nvSpPr>
          <p:cNvPr id="236" name="Rectangle 8"/>
          <p:cNvSpPr/>
          <p:nvPr/>
        </p:nvSpPr>
        <p:spPr>
          <a:xfrm>
            <a:off x="1523880" y="3049200"/>
            <a:ext cx="184320" cy="369000"/>
          </a:xfrm>
          <a:prstGeom prst="rect">
            <a:avLst/>
          </a:prstGeom>
          <a:noFill/>
          <a:ln w="0">
            <a:noFill/>
          </a:ln>
        </p:spPr>
        <p:style>
          <a:lnRef idx="0"/>
          <a:fillRef idx="0"/>
          <a:effectRef idx="0"/>
          <a:fontRef idx="minor"/>
        </p:style>
      </p:sp>
      <p:sp>
        <p:nvSpPr>
          <p:cNvPr id="237" name="Rectangle 9"/>
          <p:cNvSpPr/>
          <p:nvPr/>
        </p:nvSpPr>
        <p:spPr>
          <a:xfrm>
            <a:off x="1523880" y="-184680"/>
            <a:ext cx="184320" cy="369000"/>
          </a:xfrm>
          <a:prstGeom prst="rect">
            <a:avLst/>
          </a:prstGeom>
          <a:noFill/>
          <a:ln w="0">
            <a:noFill/>
          </a:ln>
        </p:spPr>
        <p:style>
          <a:lnRef idx="0"/>
          <a:fillRef idx="0"/>
          <a:effectRef idx="0"/>
          <a:fontRef idx="minor"/>
        </p:style>
      </p:sp>
      <p:sp>
        <p:nvSpPr>
          <p:cNvPr id="238" name="Rectangle 10"/>
          <p:cNvSpPr/>
          <p:nvPr/>
        </p:nvSpPr>
        <p:spPr>
          <a:xfrm>
            <a:off x="1523880" y="3001320"/>
            <a:ext cx="184320" cy="369000"/>
          </a:xfrm>
          <a:prstGeom prst="rect">
            <a:avLst/>
          </a:prstGeom>
          <a:noFill/>
          <a:ln w="0">
            <a:noFill/>
          </a:ln>
        </p:spPr>
        <p:style>
          <a:lnRef idx="0"/>
          <a:fillRef idx="0"/>
          <a:effectRef idx="0"/>
          <a:fontRef idx="minor"/>
        </p:style>
      </p:sp>
      <p:sp>
        <p:nvSpPr>
          <p:cNvPr id="239" name="Rectangle 11"/>
          <p:cNvSpPr/>
          <p:nvPr/>
        </p:nvSpPr>
        <p:spPr>
          <a:xfrm>
            <a:off x="1523880" y="3049200"/>
            <a:ext cx="184320" cy="369000"/>
          </a:xfrm>
          <a:prstGeom prst="rect">
            <a:avLst/>
          </a:prstGeom>
          <a:noFill/>
          <a:ln w="0">
            <a:noFill/>
          </a:ln>
        </p:spPr>
        <p:style>
          <a:lnRef idx="0"/>
          <a:fillRef idx="0"/>
          <a:effectRef idx="0"/>
          <a:fontRef idx="minor"/>
        </p:style>
      </p:sp>
      <p:sp>
        <p:nvSpPr>
          <p:cNvPr id="240" name="Rectangle 12"/>
          <p:cNvSpPr/>
          <p:nvPr/>
        </p:nvSpPr>
        <p:spPr>
          <a:xfrm>
            <a:off x="1523880" y="3049200"/>
            <a:ext cx="184320" cy="369000"/>
          </a:xfrm>
          <a:prstGeom prst="rect">
            <a:avLst/>
          </a:prstGeom>
          <a:noFill/>
          <a:ln w="0">
            <a:noFill/>
          </a:ln>
        </p:spPr>
        <p:style>
          <a:lnRef idx="0"/>
          <a:fillRef idx="0"/>
          <a:effectRef idx="0"/>
          <a:fontRef idx="minor"/>
        </p:style>
      </p:sp>
      <p:sp>
        <p:nvSpPr>
          <p:cNvPr id="241" name="Rectangle 13"/>
          <p:cNvSpPr/>
          <p:nvPr/>
        </p:nvSpPr>
        <p:spPr>
          <a:xfrm>
            <a:off x="1523880" y="3049200"/>
            <a:ext cx="184320" cy="369000"/>
          </a:xfrm>
          <a:prstGeom prst="rect">
            <a:avLst/>
          </a:prstGeom>
          <a:noFill/>
          <a:ln w="0">
            <a:noFill/>
          </a:ln>
        </p:spPr>
        <p:style>
          <a:lnRef idx="0"/>
          <a:fillRef idx="0"/>
          <a:effectRef idx="0"/>
          <a:fontRef idx="minor"/>
        </p:style>
      </p:sp>
      <p:sp>
        <p:nvSpPr>
          <p:cNvPr id="242" name="Rectangle 14"/>
          <p:cNvSpPr/>
          <p:nvPr/>
        </p:nvSpPr>
        <p:spPr>
          <a:xfrm>
            <a:off x="1523880" y="3049200"/>
            <a:ext cx="184320" cy="369000"/>
          </a:xfrm>
          <a:prstGeom prst="rect">
            <a:avLst/>
          </a:prstGeom>
          <a:noFill/>
          <a:ln w="0">
            <a:noFill/>
          </a:ln>
        </p:spPr>
        <p:style>
          <a:lnRef idx="0"/>
          <a:fillRef idx="0"/>
          <a:effectRef idx="0"/>
          <a:fontRef idx="minor"/>
        </p:style>
      </p:sp>
      <p:sp>
        <p:nvSpPr>
          <p:cNvPr id="243" name="Rectangle 15"/>
          <p:cNvSpPr/>
          <p:nvPr/>
        </p:nvSpPr>
        <p:spPr>
          <a:xfrm>
            <a:off x="1523880" y="3049200"/>
            <a:ext cx="184320" cy="369000"/>
          </a:xfrm>
          <a:prstGeom prst="rect">
            <a:avLst/>
          </a:prstGeom>
          <a:noFill/>
          <a:ln w="0">
            <a:noFill/>
          </a:ln>
        </p:spPr>
        <p:style>
          <a:lnRef idx="0"/>
          <a:fillRef idx="0"/>
          <a:effectRef idx="0"/>
          <a:fontRef idx="minor"/>
        </p:style>
      </p:sp>
      <p:sp>
        <p:nvSpPr>
          <p:cNvPr id="244" name="Rectangle 16"/>
          <p:cNvSpPr/>
          <p:nvPr/>
        </p:nvSpPr>
        <p:spPr>
          <a:xfrm>
            <a:off x="1523880" y="3028320"/>
            <a:ext cx="184320" cy="369000"/>
          </a:xfrm>
          <a:prstGeom prst="rect">
            <a:avLst/>
          </a:prstGeom>
          <a:noFill/>
          <a:ln w="0">
            <a:noFill/>
          </a:ln>
        </p:spPr>
        <p:style>
          <a:lnRef idx="0"/>
          <a:fillRef idx="0"/>
          <a:effectRef idx="0"/>
          <a:fontRef idx="minor"/>
        </p:style>
      </p:sp>
      <p:sp>
        <p:nvSpPr>
          <p:cNvPr id="245" name="Прямоугольник 2"/>
          <p:cNvSpPr/>
          <p:nvPr/>
        </p:nvSpPr>
        <p:spPr>
          <a:xfrm>
            <a:off x="845280" y="889560"/>
            <a:ext cx="11271600" cy="7401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ru-RU" sz="3200" spc="-1" strike="noStrike">
                <a:solidFill>
                  <a:srgbClr val="352379"/>
                </a:solidFill>
                <a:latin typeface="Montserrat"/>
                <a:ea typeface="Arial"/>
              </a:rPr>
              <a:t>Соединение, при котором по всем участкам проходит один и тот же ток, называют </a:t>
            </a:r>
            <a:r>
              <a:rPr b="0" lang="ru-RU" sz="3200" spc="-1" strike="noStrike">
                <a:solidFill>
                  <a:srgbClr val="ff0000"/>
                </a:solidFill>
                <a:latin typeface="Montserrat"/>
                <a:ea typeface="Arial"/>
              </a:rPr>
              <a:t>последовательным</a:t>
            </a:r>
            <a:r>
              <a:rPr b="0" lang="ru-RU" sz="3200" spc="-1" strike="noStrike">
                <a:solidFill>
                  <a:srgbClr val="352379"/>
                </a:solidFill>
                <a:latin typeface="Montserrat"/>
                <a:ea typeface="Arial"/>
              </a:rPr>
              <a:t>. </a:t>
            </a:r>
            <a:endParaRPr b="0" lang="ru-RU" sz="3200" spc="-1" strike="noStrike">
              <a:latin typeface="Arial"/>
            </a:endParaRPr>
          </a:p>
          <a:p>
            <a:pPr>
              <a:lnSpc>
                <a:spcPct val="100000"/>
              </a:lnSpc>
              <a:buNone/>
              <a:tabLst>
                <a:tab algn="l" pos="0"/>
              </a:tabLst>
            </a:pPr>
            <a:r>
              <a:rPr b="0" lang="ru-RU" sz="3200" spc="-1" strike="noStrike">
                <a:solidFill>
                  <a:srgbClr val="352379"/>
                </a:solidFill>
                <a:latin typeface="Montserrat"/>
                <a:ea typeface="Arial"/>
              </a:rPr>
              <a:t>Соединение, при котором все участки цепи присоединяются к одной паре узлов, т. е. находятся под действием одного и того же напряжения, называют </a:t>
            </a:r>
            <a:r>
              <a:rPr b="0" lang="ru-RU" sz="3200" spc="-1" strike="noStrike">
                <a:solidFill>
                  <a:srgbClr val="ff0000"/>
                </a:solidFill>
                <a:latin typeface="Montserrat"/>
                <a:ea typeface="Arial"/>
              </a:rPr>
              <a:t>параллельным</a:t>
            </a:r>
            <a:r>
              <a:rPr b="0" lang="ru-RU" sz="3200" spc="-1" strike="noStrike">
                <a:solidFill>
                  <a:srgbClr val="352379"/>
                </a:solidFill>
                <a:latin typeface="Montserrat"/>
                <a:ea typeface="Arial"/>
              </a:rPr>
              <a:t>.</a:t>
            </a:r>
            <a:endParaRPr b="0" lang="ru-RU" sz="3200" spc="-1" strike="noStrike">
              <a:latin typeface="Arial"/>
            </a:endParaRPr>
          </a:p>
          <a:p>
            <a:pPr>
              <a:lnSpc>
                <a:spcPct val="100000"/>
              </a:lnSpc>
              <a:buNone/>
              <a:tabLst>
                <a:tab algn="l" pos="0"/>
              </a:tabLst>
            </a:pPr>
            <a:r>
              <a:rPr b="0" lang="ru-RU" sz="3200" spc="-1" strike="noStrike">
                <a:solidFill>
                  <a:srgbClr val="352379"/>
                </a:solidFill>
                <a:latin typeface="Montserrat"/>
                <a:ea typeface="Arial"/>
              </a:rPr>
              <a:t>Любой замкнутый путь, проходящий по нескольким участкам, называют </a:t>
            </a:r>
            <a:r>
              <a:rPr b="0" lang="ru-RU" sz="3200" spc="-1" strike="noStrike">
                <a:solidFill>
                  <a:srgbClr val="ff0000"/>
                </a:solidFill>
                <a:latin typeface="Montserrat"/>
                <a:ea typeface="Arial"/>
              </a:rPr>
              <a:t>контуром электрической цепи</a:t>
            </a:r>
            <a:r>
              <a:rPr b="0" lang="ru-RU" sz="3200" spc="-1" strike="noStrike">
                <a:solidFill>
                  <a:srgbClr val="352379"/>
                </a:solidFill>
                <a:latin typeface="Montserrat"/>
                <a:ea typeface="Arial"/>
              </a:rPr>
              <a:t>.</a:t>
            </a:r>
            <a:endParaRPr b="0" lang="ru-RU" sz="3200" spc="-1" strike="noStrike">
              <a:latin typeface="Arial"/>
            </a:endParaRPr>
          </a:p>
          <a:p>
            <a:pPr>
              <a:lnSpc>
                <a:spcPct val="100000"/>
              </a:lnSpc>
              <a:buNone/>
              <a:tabLst>
                <a:tab algn="l" pos="0"/>
              </a:tabLst>
            </a:pPr>
            <a:r>
              <a:rPr b="0" lang="ru-RU" sz="3200" spc="-1" strike="noStrike">
                <a:solidFill>
                  <a:srgbClr val="352379"/>
                </a:solidFill>
                <a:latin typeface="Montserrat"/>
                <a:ea typeface="Arial"/>
              </a:rPr>
              <a:t>Участок цепи, вдоль которого проходит один и тот же ток, называют </a:t>
            </a:r>
            <a:r>
              <a:rPr b="0" lang="ru-RU" sz="3200" spc="-1" strike="noStrike">
                <a:solidFill>
                  <a:srgbClr val="ff0000"/>
                </a:solidFill>
                <a:latin typeface="Montserrat"/>
                <a:ea typeface="Arial"/>
              </a:rPr>
              <a:t>ветвью.</a:t>
            </a:r>
            <a:endParaRPr b="0" lang="ru-RU" sz="3200" spc="-1" strike="noStrike">
              <a:latin typeface="Arial"/>
            </a:endParaRPr>
          </a:p>
          <a:p>
            <a:pPr>
              <a:lnSpc>
                <a:spcPct val="100000"/>
              </a:lnSpc>
              <a:buNone/>
              <a:tabLst>
                <a:tab algn="l" pos="0"/>
              </a:tabLst>
            </a:pPr>
            <a:endParaRPr b="0" lang="ru-RU" sz="3200" spc="-1" strike="noStrike">
              <a:latin typeface="Arial"/>
            </a:endParaRPr>
          </a:p>
          <a:p>
            <a:pPr>
              <a:lnSpc>
                <a:spcPct val="100000"/>
              </a:lnSpc>
              <a:buNone/>
              <a:tabLst>
                <a:tab algn="l" pos="0"/>
              </a:tabLst>
            </a:pPr>
            <a:r>
              <a:rPr b="0" lang="ru-RU" sz="3200" spc="-1" strike="noStrike">
                <a:solidFill>
                  <a:srgbClr val="352379"/>
                </a:solidFill>
                <a:latin typeface="Montserrat"/>
                <a:ea typeface="Arial"/>
              </a:rPr>
              <a:t>Место соединения трех и большего числа ветвей — </a:t>
            </a:r>
            <a:r>
              <a:rPr b="0" lang="ru-RU" sz="3200" spc="-1" strike="noStrike">
                <a:solidFill>
                  <a:srgbClr val="ff0000"/>
                </a:solidFill>
                <a:latin typeface="Montserrat"/>
                <a:ea typeface="Arial"/>
              </a:rPr>
              <a:t>узлом</a:t>
            </a:r>
            <a:r>
              <a:rPr b="0" lang="ru-RU" sz="3200" spc="-1" strike="noStrike">
                <a:solidFill>
                  <a:srgbClr val="352379"/>
                </a:solidFill>
                <a:latin typeface="Montserrat"/>
                <a:ea typeface="Arial"/>
              </a:rPr>
              <a:t>.</a:t>
            </a:r>
            <a:endParaRPr b="0" lang="ru-RU" sz="3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sldNum" idx="17"/>
          </p:nvPr>
        </p:nvSpPr>
        <p:spPr>
          <a:xfrm>
            <a:off x="8969400" y="6350760"/>
            <a:ext cx="2857320" cy="364680"/>
          </a:xfrm>
          <a:prstGeom prst="rect">
            <a:avLst/>
          </a:prstGeom>
          <a:noFill/>
          <a:ln w="0">
            <a:noFill/>
          </a:ln>
        </p:spPr>
        <p:txBody>
          <a:bodyPr anchor="ctr">
            <a:noAutofit/>
          </a:bodyPr>
          <a:lstStyle>
            <a:lvl1pPr algn="r">
              <a:lnSpc>
                <a:spcPct val="100000"/>
              </a:lnSpc>
              <a:buNone/>
              <a:defRPr b="1" lang="ru-RU" sz="1200" spc="-1" strike="noStrike">
                <a:solidFill>
                  <a:srgbClr val="908da8"/>
                </a:solidFill>
                <a:latin typeface="Arial Black"/>
                <a:ea typeface="Arial"/>
              </a:defRPr>
            </a:lvl1pPr>
          </a:lstStyle>
          <a:p>
            <a:pPr algn="r">
              <a:lnSpc>
                <a:spcPct val="100000"/>
              </a:lnSpc>
              <a:buNone/>
            </a:pPr>
            <a:fld id="{420FDD24-DE76-48ED-A94F-73A23F2BBDB8}" type="slidenum">
              <a:rPr b="1" lang="ru-RU" sz="1200" spc="-1" strike="noStrike">
                <a:solidFill>
                  <a:srgbClr val="908da8"/>
                </a:solidFill>
                <a:latin typeface="Arial Black"/>
                <a:ea typeface="Arial"/>
              </a:rPr>
              <a:t>1</a:t>
            </a:fld>
            <a:endParaRPr b="0" lang="ru-RU" sz="1200" spc="-1" strike="noStrike">
              <a:latin typeface="Times New Roman"/>
            </a:endParaRPr>
          </a:p>
        </p:txBody>
      </p:sp>
      <p:sp>
        <p:nvSpPr>
          <p:cNvPr id="247" name="PlaceHolder 2"/>
          <p:cNvSpPr>
            <a:spLocks noGrp="1"/>
          </p:cNvSpPr>
          <p:nvPr>
            <p:ph type="title"/>
          </p:nvPr>
        </p:nvSpPr>
        <p:spPr>
          <a:xfrm>
            <a:off x="1904400" y="-19800"/>
            <a:ext cx="8229240" cy="810720"/>
          </a:xfrm>
          <a:prstGeom prst="rect">
            <a:avLst/>
          </a:prstGeom>
          <a:noFill/>
          <a:ln w="0">
            <a:noFill/>
          </a:ln>
        </p:spPr>
        <p:txBody>
          <a:bodyPr anchor="t">
            <a:noAutofit/>
          </a:bodyPr>
          <a:p>
            <a:pPr algn="ctr">
              <a:lnSpc>
                <a:spcPct val="100000"/>
              </a:lnSpc>
              <a:buNone/>
            </a:pPr>
            <a:r>
              <a:rPr b="0" lang="ru-RU" sz="3600" spc="-1" strike="noStrike">
                <a:solidFill>
                  <a:srgbClr val="ffffff"/>
                </a:solidFill>
                <a:latin typeface="Montserrat SemiBold"/>
                <a:ea typeface="Arial"/>
              </a:rPr>
              <a:t>Электрические цепи постоянного тока</a:t>
            </a:r>
            <a:endParaRPr b="0" lang="ru-RU" sz="3600" spc="-1" strike="noStrike">
              <a:solidFill>
                <a:srgbClr val="352379"/>
              </a:solidFill>
              <a:latin typeface="Montserrat"/>
            </a:endParaRPr>
          </a:p>
        </p:txBody>
      </p:sp>
      <p:sp>
        <p:nvSpPr>
          <p:cNvPr id="248" name="Rectangle 7"/>
          <p:cNvSpPr/>
          <p:nvPr/>
        </p:nvSpPr>
        <p:spPr>
          <a:xfrm>
            <a:off x="1523880" y="3034800"/>
            <a:ext cx="184320" cy="369000"/>
          </a:xfrm>
          <a:prstGeom prst="rect">
            <a:avLst/>
          </a:prstGeom>
          <a:noFill/>
          <a:ln w="0">
            <a:noFill/>
          </a:ln>
        </p:spPr>
        <p:style>
          <a:lnRef idx="0"/>
          <a:fillRef idx="0"/>
          <a:effectRef idx="0"/>
          <a:fontRef idx="minor"/>
        </p:style>
      </p:sp>
      <p:sp>
        <p:nvSpPr>
          <p:cNvPr id="249" name="Rectangle 8"/>
          <p:cNvSpPr/>
          <p:nvPr/>
        </p:nvSpPr>
        <p:spPr>
          <a:xfrm>
            <a:off x="1523880" y="3049200"/>
            <a:ext cx="184320" cy="369000"/>
          </a:xfrm>
          <a:prstGeom prst="rect">
            <a:avLst/>
          </a:prstGeom>
          <a:noFill/>
          <a:ln w="0">
            <a:noFill/>
          </a:ln>
        </p:spPr>
        <p:style>
          <a:lnRef idx="0"/>
          <a:fillRef idx="0"/>
          <a:effectRef idx="0"/>
          <a:fontRef idx="minor"/>
        </p:style>
      </p:sp>
      <p:sp>
        <p:nvSpPr>
          <p:cNvPr id="250" name="Rectangle 9"/>
          <p:cNvSpPr/>
          <p:nvPr/>
        </p:nvSpPr>
        <p:spPr>
          <a:xfrm>
            <a:off x="1523880" y="-184680"/>
            <a:ext cx="184320" cy="369000"/>
          </a:xfrm>
          <a:prstGeom prst="rect">
            <a:avLst/>
          </a:prstGeom>
          <a:noFill/>
          <a:ln w="0">
            <a:noFill/>
          </a:ln>
        </p:spPr>
        <p:style>
          <a:lnRef idx="0"/>
          <a:fillRef idx="0"/>
          <a:effectRef idx="0"/>
          <a:fontRef idx="minor"/>
        </p:style>
      </p:sp>
      <p:sp>
        <p:nvSpPr>
          <p:cNvPr id="251" name="Rectangle 10"/>
          <p:cNvSpPr/>
          <p:nvPr/>
        </p:nvSpPr>
        <p:spPr>
          <a:xfrm>
            <a:off x="1523880" y="3001320"/>
            <a:ext cx="184320" cy="369000"/>
          </a:xfrm>
          <a:prstGeom prst="rect">
            <a:avLst/>
          </a:prstGeom>
          <a:noFill/>
          <a:ln w="0">
            <a:noFill/>
          </a:ln>
        </p:spPr>
        <p:style>
          <a:lnRef idx="0"/>
          <a:fillRef idx="0"/>
          <a:effectRef idx="0"/>
          <a:fontRef idx="minor"/>
        </p:style>
      </p:sp>
      <p:sp>
        <p:nvSpPr>
          <p:cNvPr id="252" name="Rectangle 11"/>
          <p:cNvSpPr/>
          <p:nvPr/>
        </p:nvSpPr>
        <p:spPr>
          <a:xfrm>
            <a:off x="1523880" y="3049200"/>
            <a:ext cx="184320" cy="369000"/>
          </a:xfrm>
          <a:prstGeom prst="rect">
            <a:avLst/>
          </a:prstGeom>
          <a:noFill/>
          <a:ln w="0">
            <a:noFill/>
          </a:ln>
        </p:spPr>
        <p:style>
          <a:lnRef idx="0"/>
          <a:fillRef idx="0"/>
          <a:effectRef idx="0"/>
          <a:fontRef idx="minor"/>
        </p:style>
      </p:sp>
      <p:sp>
        <p:nvSpPr>
          <p:cNvPr id="253" name="Rectangle 12"/>
          <p:cNvSpPr/>
          <p:nvPr/>
        </p:nvSpPr>
        <p:spPr>
          <a:xfrm>
            <a:off x="1523880" y="3049200"/>
            <a:ext cx="184320" cy="369000"/>
          </a:xfrm>
          <a:prstGeom prst="rect">
            <a:avLst/>
          </a:prstGeom>
          <a:noFill/>
          <a:ln w="0">
            <a:noFill/>
          </a:ln>
        </p:spPr>
        <p:style>
          <a:lnRef idx="0"/>
          <a:fillRef idx="0"/>
          <a:effectRef idx="0"/>
          <a:fontRef idx="minor"/>
        </p:style>
      </p:sp>
      <p:sp>
        <p:nvSpPr>
          <p:cNvPr id="254" name="Rectangle 13"/>
          <p:cNvSpPr/>
          <p:nvPr/>
        </p:nvSpPr>
        <p:spPr>
          <a:xfrm>
            <a:off x="1523880" y="3049200"/>
            <a:ext cx="184320" cy="369000"/>
          </a:xfrm>
          <a:prstGeom prst="rect">
            <a:avLst/>
          </a:prstGeom>
          <a:noFill/>
          <a:ln w="0">
            <a:noFill/>
          </a:ln>
        </p:spPr>
        <p:style>
          <a:lnRef idx="0"/>
          <a:fillRef idx="0"/>
          <a:effectRef idx="0"/>
          <a:fontRef idx="minor"/>
        </p:style>
      </p:sp>
      <p:sp>
        <p:nvSpPr>
          <p:cNvPr id="255" name="Rectangle 14"/>
          <p:cNvSpPr/>
          <p:nvPr/>
        </p:nvSpPr>
        <p:spPr>
          <a:xfrm>
            <a:off x="1523880" y="3049200"/>
            <a:ext cx="184320" cy="369000"/>
          </a:xfrm>
          <a:prstGeom prst="rect">
            <a:avLst/>
          </a:prstGeom>
          <a:noFill/>
          <a:ln w="0">
            <a:noFill/>
          </a:ln>
        </p:spPr>
        <p:style>
          <a:lnRef idx="0"/>
          <a:fillRef idx="0"/>
          <a:effectRef idx="0"/>
          <a:fontRef idx="minor"/>
        </p:style>
      </p:sp>
      <p:sp>
        <p:nvSpPr>
          <p:cNvPr id="256" name="Rectangle 15"/>
          <p:cNvSpPr/>
          <p:nvPr/>
        </p:nvSpPr>
        <p:spPr>
          <a:xfrm>
            <a:off x="1523880" y="3049200"/>
            <a:ext cx="184320" cy="369000"/>
          </a:xfrm>
          <a:prstGeom prst="rect">
            <a:avLst/>
          </a:prstGeom>
          <a:noFill/>
          <a:ln w="0">
            <a:noFill/>
          </a:ln>
        </p:spPr>
        <p:style>
          <a:lnRef idx="0"/>
          <a:fillRef idx="0"/>
          <a:effectRef idx="0"/>
          <a:fontRef idx="minor"/>
        </p:style>
      </p:sp>
      <p:sp>
        <p:nvSpPr>
          <p:cNvPr id="257" name="Rectangle 16"/>
          <p:cNvSpPr/>
          <p:nvPr/>
        </p:nvSpPr>
        <p:spPr>
          <a:xfrm>
            <a:off x="1523880" y="3028320"/>
            <a:ext cx="184320" cy="369000"/>
          </a:xfrm>
          <a:prstGeom prst="rect">
            <a:avLst/>
          </a:prstGeom>
          <a:noFill/>
          <a:ln w="0">
            <a:noFill/>
          </a:ln>
        </p:spPr>
        <p:style>
          <a:lnRef idx="0"/>
          <a:fillRef idx="0"/>
          <a:effectRef idx="0"/>
          <a:fontRef idx="minor"/>
        </p:style>
      </p:sp>
      <p:sp>
        <p:nvSpPr>
          <p:cNvPr id="258" name="Rectangle 19"/>
          <p:cNvSpPr/>
          <p:nvPr/>
        </p:nvSpPr>
        <p:spPr>
          <a:xfrm>
            <a:off x="590040" y="860400"/>
            <a:ext cx="11550600" cy="129276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799"/>
              </a:spcBef>
              <a:buNone/>
              <a:tabLst>
                <a:tab algn="l" pos="0"/>
              </a:tabLst>
            </a:pPr>
            <a:r>
              <a:rPr b="0" lang="ru-RU" sz="4000" spc="-1" strike="noStrike">
                <a:solidFill>
                  <a:srgbClr val="352379"/>
                </a:solidFill>
                <a:latin typeface="Montserrat"/>
                <a:ea typeface="Arial"/>
              </a:rPr>
              <a:t>Электрические схемы состоят из источников и потребителей. </a:t>
            </a:r>
            <a:endParaRPr b="0" lang="ru-RU" sz="4000" spc="-1" strike="noStrike">
              <a:latin typeface="Arial"/>
            </a:endParaRPr>
          </a:p>
        </p:txBody>
      </p:sp>
      <p:sp>
        <p:nvSpPr>
          <p:cNvPr id="259" name="Rectangle 20"/>
          <p:cNvSpPr/>
          <p:nvPr/>
        </p:nvSpPr>
        <p:spPr>
          <a:xfrm>
            <a:off x="2750760" y="1814760"/>
            <a:ext cx="8404560" cy="9126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5400" spc="-1" strike="noStrike">
                <a:solidFill>
                  <a:srgbClr val="352379"/>
                </a:solidFill>
                <a:latin typeface="Montserrat"/>
                <a:ea typeface="Arial"/>
              </a:rPr>
              <a:t>Источники делятся:</a:t>
            </a:r>
            <a:endParaRPr b="0" lang="ru-RU" sz="5400" spc="-1" strike="noStrike">
              <a:latin typeface="Arial"/>
            </a:endParaRPr>
          </a:p>
        </p:txBody>
      </p:sp>
      <p:sp>
        <p:nvSpPr>
          <p:cNvPr id="260" name="Rectangle 21"/>
          <p:cNvSpPr/>
          <p:nvPr/>
        </p:nvSpPr>
        <p:spPr>
          <a:xfrm>
            <a:off x="988560" y="2786040"/>
            <a:ext cx="4177440" cy="5770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2800" spc="-1" strike="noStrike">
                <a:solidFill>
                  <a:srgbClr val="cc3300"/>
                </a:solidFill>
                <a:latin typeface="Montserrat"/>
                <a:ea typeface="Arial"/>
              </a:rPr>
              <a:t>источники ЭДС;</a:t>
            </a:r>
            <a:r>
              <a:rPr b="0" i="1" lang="ru-RU" sz="3200" spc="-1" strike="noStrike">
                <a:solidFill>
                  <a:srgbClr val="352379"/>
                </a:solidFill>
                <a:latin typeface="Arial"/>
                <a:ea typeface="Arial"/>
              </a:rPr>
              <a:t> </a:t>
            </a:r>
            <a:endParaRPr b="0" lang="ru-RU" sz="3200" spc="-1" strike="noStrike">
              <a:latin typeface="Arial"/>
            </a:endParaRPr>
          </a:p>
        </p:txBody>
      </p:sp>
      <p:sp>
        <p:nvSpPr>
          <p:cNvPr id="261" name="Rectangle 22"/>
          <p:cNvSpPr/>
          <p:nvPr/>
        </p:nvSpPr>
        <p:spPr>
          <a:xfrm>
            <a:off x="7525440" y="2847600"/>
            <a:ext cx="3289680" cy="516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2800" spc="-1" strike="noStrike">
                <a:solidFill>
                  <a:srgbClr val="cc3300"/>
                </a:solidFill>
                <a:latin typeface="Montserrat"/>
                <a:ea typeface="Arial"/>
              </a:rPr>
              <a:t>источники тока</a:t>
            </a:r>
            <a:endParaRPr b="0" lang="ru-RU" sz="2800" spc="-1" strike="noStrike">
              <a:latin typeface="Arial"/>
            </a:endParaRPr>
          </a:p>
        </p:txBody>
      </p:sp>
      <p:pic>
        <p:nvPicPr>
          <p:cNvPr id="262" name="Picture 26" descr=""/>
          <p:cNvPicPr/>
          <p:nvPr/>
        </p:nvPicPr>
        <p:blipFill>
          <a:blip r:embed="rId1"/>
          <a:stretch/>
        </p:blipFill>
        <p:spPr>
          <a:xfrm>
            <a:off x="1323720" y="4077360"/>
            <a:ext cx="2462400" cy="2082240"/>
          </a:xfrm>
          <a:prstGeom prst="rect">
            <a:avLst/>
          </a:prstGeom>
          <a:ln w="0">
            <a:noFill/>
          </a:ln>
        </p:spPr>
      </p:pic>
      <p:pic>
        <p:nvPicPr>
          <p:cNvPr id="263" name="Picture 27" descr=""/>
          <p:cNvPicPr/>
          <p:nvPr/>
        </p:nvPicPr>
        <p:blipFill>
          <a:blip r:embed="rId2"/>
          <a:stretch/>
        </p:blipFill>
        <p:spPr>
          <a:xfrm>
            <a:off x="7718040" y="3771360"/>
            <a:ext cx="3016080" cy="2304360"/>
          </a:xfrm>
          <a:prstGeom prst="rect">
            <a:avLst/>
          </a:prstGeom>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nodeType="clickEffect" fill="hold">
                      <p:stCondLst>
                        <p:cond delay="indefinite"/>
                      </p:stCondLst>
                      <p:childTnLst>
                        <p:par>
                          <p:cTn id="4" nodeType="withEffect" fill="hold">
                            <p:stCondLst>
                              <p:cond delay="0"/>
                            </p:stCondLst>
                            <p:childTnLst>
                              <p:par>
                                <p:cTn id="5" nodeType="clickEffect" fill="hold" presetClass="entr" presetID="1">
                                  <p:stCondLst>
                                    <p:cond delay="0"/>
                                  </p:stCondLst>
                                  <p:childTnLst>
                                    <p:set>
                                      <p:cBhvr>
                                        <p:cTn id="6" dur="1" fill="hold">
                                          <p:stCondLst>
                                            <p:cond delay="0"/>
                                          </p:stCondLst>
                                        </p:cTn>
                                        <p:tgtEl>
                                          <p:spTgt spid="258"/>
                                        </p:tgtEl>
                                        <p:attrNameLst>
                                          <p:attrName>style.visibility</p:attrName>
                                        </p:attrNameLst>
                                      </p:cBhvr>
                                      <p:to>
                                        <p:strVal val="visible"/>
                                      </p:to>
                                    </p:set>
                                  </p:childTnLst>
                                </p:cTn>
                              </p:par>
                            </p:childTnLst>
                          </p:cTn>
                        </p:par>
                      </p:childTnLst>
                    </p:cTn>
                  </p:par>
                  <p:par>
                    <p:cTn id="7" nodeType="clickEffect" fill="hold">
                      <p:stCondLst>
                        <p:cond delay="indefinite"/>
                      </p:stCondLst>
                      <p:childTnLst>
                        <p:par>
                          <p:cTn id="8" nodeType="withEffect" fill="hold">
                            <p:stCondLst>
                              <p:cond delay="0"/>
                            </p:stCondLst>
                            <p:childTnLst>
                              <p:par>
                                <p:cTn id="9" nodeType="clickEffect" fill="hold" presetClass="entr" presetID="1">
                                  <p:stCondLst>
                                    <p:cond delay="0"/>
                                  </p:stCondLst>
                                  <p:childTnLst>
                                    <p:set>
                                      <p:cBhvr>
                                        <p:cTn id="10" dur="1" fill="hold">
                                          <p:stCondLst>
                                            <p:cond delay="0"/>
                                          </p:stCondLst>
                                        </p:cTn>
                                        <p:tgtEl>
                                          <p:spTgt spid="259"/>
                                        </p:tgtEl>
                                        <p:attrNameLst>
                                          <p:attrName>style.visibility</p:attrName>
                                        </p:attrNameLst>
                                      </p:cBhvr>
                                      <p:to>
                                        <p:strVal val="visible"/>
                                      </p:to>
                                    </p:set>
                                  </p:childTnLst>
                                </p:cTn>
                              </p:par>
                            </p:childTnLst>
                          </p:cTn>
                        </p:par>
                      </p:childTnLst>
                    </p:cTn>
                  </p:par>
                  <p:par>
                    <p:cTn id="11" nodeType="clickEffect" fill="hold">
                      <p:stCondLst>
                        <p:cond delay="indefinite"/>
                      </p:stCondLst>
                      <p:childTnLst>
                        <p:par>
                          <p:cTn id="12" nodeType="withEffect" fill="hold">
                            <p:stCondLst>
                              <p:cond delay="0"/>
                            </p:stCondLst>
                            <p:childTnLst>
                              <p:par>
                                <p:cTn id="13" nodeType="clickEffect" fill="hold" presetClass="entr" presetID="1">
                                  <p:stCondLst>
                                    <p:cond delay="0"/>
                                  </p:stCondLst>
                                  <p:childTnLst>
                                    <p:set>
                                      <p:cBhvr>
                                        <p:cTn id="14" dur="1" fill="hold">
                                          <p:stCondLst>
                                            <p:cond delay="0"/>
                                          </p:stCondLst>
                                        </p:cTn>
                                        <p:tgtEl>
                                          <p:spTgt spid="260"/>
                                        </p:tgtEl>
                                        <p:attrNameLst>
                                          <p:attrName>style.visibility</p:attrName>
                                        </p:attrNameLst>
                                      </p:cBhvr>
                                      <p:to>
                                        <p:strVal val="visible"/>
                                      </p:to>
                                    </p:set>
                                  </p:childTnLst>
                                </p:cTn>
                              </p:par>
                            </p:childTnLst>
                          </p:cTn>
                        </p:par>
                      </p:childTnLst>
                    </p:cTn>
                  </p:par>
                  <p:par>
                    <p:cTn id="15" nodeType="clickEffect" fill="hold">
                      <p:stCondLst>
                        <p:cond delay="indefinite"/>
                      </p:stCondLst>
                      <p:childTnLst>
                        <p:par>
                          <p:cTn id="16" nodeType="withEffect" fill="hold">
                            <p:stCondLst>
                              <p:cond delay="0"/>
                            </p:stCondLst>
                            <p:childTnLst>
                              <p:par>
                                <p:cTn id="17" nodeType="clickEffect" fill="hold" presetClass="entr" presetID="8" presetSubtype="16">
                                  <p:stCondLst>
                                    <p:cond delay="0"/>
                                  </p:stCondLst>
                                  <p:childTnLst>
                                    <p:set>
                                      <p:cBhvr>
                                        <p:cTn id="18" dur="1" fill="hold">
                                          <p:stCondLst>
                                            <p:cond delay="0"/>
                                          </p:stCondLst>
                                        </p:cTn>
                                        <p:tgtEl>
                                          <p:spTgt spid="262"/>
                                        </p:tgtEl>
                                        <p:attrNameLst>
                                          <p:attrName>style.visibility</p:attrName>
                                        </p:attrNameLst>
                                      </p:cBhvr>
                                      <p:to>
                                        <p:strVal val="visible"/>
                                      </p:to>
                                    </p:set>
                                    <p:animEffect filter="diamond(in)" transition="in">
                                      <p:cBhvr additive="repl">
                                        <p:cTn id="19" dur="2000"/>
                                        <p:tgtEl>
                                          <p:spTgt spid="262"/>
                                        </p:tgtEl>
                                      </p:cBhvr>
                                    </p:animEffect>
                                  </p:childTnLst>
                                </p:cTn>
                              </p:par>
                            </p:childTnLst>
                          </p:cTn>
                        </p:par>
                      </p:childTnLst>
                    </p:cTn>
                  </p:par>
                  <p:par>
                    <p:cTn id="20" nodeType="clickEffect" fill="hold">
                      <p:stCondLst>
                        <p:cond delay="indefinite"/>
                      </p:stCondLst>
                      <p:childTnLst>
                        <p:par>
                          <p:cTn id="21" nodeType="withEffect" fill="hold">
                            <p:stCondLst>
                              <p:cond delay="0"/>
                            </p:stCondLst>
                            <p:childTnLst>
                              <p:par>
                                <p:cTn id="22" nodeType="clickEffect" fill="hold" presetClass="entr" presetID="1">
                                  <p:stCondLst>
                                    <p:cond delay="0"/>
                                  </p:stCondLst>
                                  <p:childTnLst>
                                    <p:set>
                                      <p:cBhvr>
                                        <p:cTn id="23" dur="1" fill="hold">
                                          <p:stCondLst>
                                            <p:cond delay="0"/>
                                          </p:stCondLst>
                                        </p:cTn>
                                        <p:tgtEl>
                                          <p:spTgt spid="261"/>
                                        </p:tgtEl>
                                        <p:attrNameLst>
                                          <p:attrName>style.visibility</p:attrName>
                                        </p:attrNameLst>
                                      </p:cBhvr>
                                      <p:to>
                                        <p:strVal val="visible"/>
                                      </p:to>
                                    </p:set>
                                  </p:childTnLst>
                                </p:cTn>
                              </p:par>
                            </p:childTnLst>
                          </p:cTn>
                        </p:par>
                      </p:childTnLst>
                    </p:cTn>
                  </p:par>
                  <p:par>
                    <p:cTn id="24" nodeType="clickEffect" fill="hold">
                      <p:stCondLst>
                        <p:cond delay="indefinite"/>
                      </p:stCondLst>
                      <p:childTnLst>
                        <p:par>
                          <p:cTn id="25" nodeType="withEffect" fill="hold">
                            <p:stCondLst>
                              <p:cond delay="0"/>
                            </p:stCondLst>
                            <p:childTnLst>
                              <p:par>
                                <p:cTn id="26" nodeType="clickEffect" fill="hold" presetClass="entr" presetID="8" presetSubtype="16">
                                  <p:stCondLst>
                                    <p:cond delay="0"/>
                                  </p:stCondLst>
                                  <p:childTnLst>
                                    <p:set>
                                      <p:cBhvr>
                                        <p:cTn id="27" dur="1" fill="hold">
                                          <p:stCondLst>
                                            <p:cond delay="0"/>
                                          </p:stCondLst>
                                        </p:cTn>
                                        <p:tgtEl>
                                          <p:spTgt spid="263"/>
                                        </p:tgtEl>
                                        <p:attrNameLst>
                                          <p:attrName>style.visibility</p:attrName>
                                        </p:attrNameLst>
                                      </p:cBhvr>
                                      <p:to>
                                        <p:strVal val="visible"/>
                                      </p:to>
                                    </p:set>
                                    <p:animEffect filter="diamond(in)" transition="in">
                                      <p:cBhvr additive="repl">
                                        <p:cTn id="28" dur="2000"/>
                                        <p:tgtEl>
                                          <p:spTgt spid="2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502920" y="634320"/>
            <a:ext cx="10898640" cy="1002960"/>
          </a:xfrm>
          <a:prstGeom prst="rect">
            <a:avLst/>
          </a:prstGeom>
          <a:noFill/>
          <a:ln w="0">
            <a:noFill/>
          </a:ln>
        </p:spPr>
        <p:txBody>
          <a:bodyPr anchor="t">
            <a:noAutofit/>
          </a:bodyPr>
          <a:p>
            <a:pPr algn="ctr">
              <a:lnSpc>
                <a:spcPct val="100000"/>
              </a:lnSpc>
              <a:buNone/>
            </a:pPr>
            <a:r>
              <a:rPr b="1" lang="ru-RU" sz="3400" spc="-1" strike="noStrike">
                <a:solidFill>
                  <a:srgbClr val="352379"/>
                </a:solidFill>
                <a:latin typeface="Times New Roman"/>
                <a:ea typeface="Arial"/>
              </a:rPr>
              <a:t>Электрическая цепь и ее элементы</a:t>
            </a:r>
            <a:br>
              <a:rPr sz="3400"/>
            </a:br>
            <a:r>
              <a:rPr b="1" lang="ru-RU" sz="3400" spc="-1" strike="noStrike">
                <a:solidFill>
                  <a:srgbClr val="352379"/>
                </a:solidFill>
                <a:latin typeface="Times New Roman"/>
                <a:ea typeface="Arial"/>
              </a:rPr>
              <a:t>Источники электрической энергии</a:t>
            </a:r>
            <a:r>
              <a:rPr b="0" lang="ru-RU" sz="3400" spc="-1" strike="noStrike">
                <a:solidFill>
                  <a:srgbClr val="352379"/>
                </a:solidFill>
                <a:latin typeface="Times New Roman"/>
                <a:ea typeface="Arial"/>
              </a:rPr>
              <a:t>  </a:t>
            </a:r>
            <a:endParaRPr b="0" lang="ru-RU" sz="3400" spc="-1" strike="noStrike">
              <a:solidFill>
                <a:srgbClr val="352379"/>
              </a:solidFill>
              <a:latin typeface="Montserrat"/>
            </a:endParaRPr>
          </a:p>
        </p:txBody>
      </p:sp>
      <p:pic>
        <p:nvPicPr>
          <p:cNvPr id="265" name="Picture 4" descr=""/>
          <p:cNvPicPr/>
          <p:nvPr/>
        </p:nvPicPr>
        <p:blipFill>
          <a:blip r:embed="rId1"/>
          <a:stretch/>
        </p:blipFill>
        <p:spPr>
          <a:xfrm>
            <a:off x="1517760" y="2001960"/>
            <a:ext cx="2374560" cy="1858680"/>
          </a:xfrm>
          <a:prstGeom prst="rect">
            <a:avLst/>
          </a:prstGeom>
          <a:ln w="0">
            <a:noFill/>
          </a:ln>
        </p:spPr>
      </p:pic>
      <p:pic>
        <p:nvPicPr>
          <p:cNvPr id="266" name="Picture 5" descr=""/>
          <p:cNvPicPr/>
          <p:nvPr/>
        </p:nvPicPr>
        <p:blipFill>
          <a:blip r:embed="rId2"/>
          <a:stretch/>
        </p:blipFill>
        <p:spPr>
          <a:xfrm>
            <a:off x="5159520" y="2205000"/>
            <a:ext cx="1537920" cy="1871280"/>
          </a:xfrm>
          <a:prstGeom prst="rect">
            <a:avLst/>
          </a:prstGeom>
          <a:ln w="0">
            <a:noFill/>
          </a:ln>
        </p:spPr>
      </p:pic>
      <p:grpSp>
        <p:nvGrpSpPr>
          <p:cNvPr id="267" name="Group 8"/>
          <p:cNvGrpSpPr/>
          <p:nvPr/>
        </p:nvGrpSpPr>
        <p:grpSpPr>
          <a:xfrm>
            <a:off x="7535520" y="2565360"/>
            <a:ext cx="2087640" cy="1295640"/>
            <a:chOff x="7535520" y="2565360"/>
            <a:chExt cx="2087640" cy="1295640"/>
          </a:xfrm>
        </p:grpSpPr>
        <p:sp>
          <p:nvSpPr>
            <p:cNvPr id="268" name="Line 9"/>
            <p:cNvSpPr/>
            <p:nvPr/>
          </p:nvSpPr>
          <p:spPr>
            <a:xfrm>
              <a:off x="7535520" y="2565360"/>
              <a:ext cx="1391760" cy="360"/>
            </a:xfrm>
            <a:prstGeom prst="line">
              <a:avLst/>
            </a:prstGeom>
            <a:ln w="9525">
              <a:solidFill>
                <a:srgbClr val="000000"/>
              </a:solidFill>
              <a:round/>
            </a:ln>
          </p:spPr>
          <p:style>
            <a:lnRef idx="0"/>
            <a:fillRef idx="0"/>
            <a:effectRef idx="0"/>
            <a:fontRef idx="minor"/>
          </p:style>
        </p:sp>
        <p:sp>
          <p:nvSpPr>
            <p:cNvPr id="269" name="Line 10"/>
            <p:cNvSpPr/>
            <p:nvPr/>
          </p:nvSpPr>
          <p:spPr>
            <a:xfrm>
              <a:off x="7535520" y="3860640"/>
              <a:ext cx="1391760" cy="360"/>
            </a:xfrm>
            <a:prstGeom prst="line">
              <a:avLst/>
            </a:prstGeom>
            <a:ln w="9525">
              <a:solidFill>
                <a:srgbClr val="000000"/>
              </a:solidFill>
              <a:round/>
            </a:ln>
          </p:spPr>
          <p:style>
            <a:lnRef idx="0"/>
            <a:fillRef idx="0"/>
            <a:effectRef idx="0"/>
            <a:fontRef idx="minor"/>
          </p:style>
        </p:sp>
        <p:sp>
          <p:nvSpPr>
            <p:cNvPr id="270" name="Line 11"/>
            <p:cNvSpPr/>
            <p:nvPr/>
          </p:nvSpPr>
          <p:spPr>
            <a:xfrm>
              <a:off x="8927280" y="2565360"/>
              <a:ext cx="695880" cy="647640"/>
            </a:xfrm>
            <a:prstGeom prst="line">
              <a:avLst/>
            </a:prstGeom>
            <a:ln w="9525">
              <a:solidFill>
                <a:srgbClr val="000000"/>
              </a:solidFill>
              <a:round/>
            </a:ln>
          </p:spPr>
          <p:style>
            <a:lnRef idx="0"/>
            <a:fillRef idx="0"/>
            <a:effectRef idx="0"/>
            <a:fontRef idx="minor"/>
          </p:style>
        </p:sp>
        <p:sp>
          <p:nvSpPr>
            <p:cNvPr id="271" name="Line 12"/>
            <p:cNvSpPr/>
            <p:nvPr/>
          </p:nvSpPr>
          <p:spPr>
            <a:xfrm flipH="1">
              <a:off x="8927280" y="3213000"/>
              <a:ext cx="695880" cy="647640"/>
            </a:xfrm>
            <a:prstGeom prst="line">
              <a:avLst/>
            </a:prstGeom>
            <a:ln w="28575">
              <a:solidFill>
                <a:srgbClr val="000000"/>
              </a:solidFill>
              <a:round/>
            </a:ln>
          </p:spPr>
          <p:style>
            <a:lnRef idx="0"/>
            <a:fillRef idx="0"/>
            <a:effectRef idx="0"/>
            <a:fontRef idx="minor"/>
          </p:style>
        </p:sp>
      </p:grpSp>
      <p:sp>
        <p:nvSpPr>
          <p:cNvPr id="272" name="Text Box 13"/>
          <p:cNvSpPr/>
          <p:nvPr/>
        </p:nvSpPr>
        <p:spPr>
          <a:xfrm>
            <a:off x="1537200" y="4490640"/>
            <a:ext cx="2447640" cy="912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901"/>
              </a:spcBef>
              <a:buNone/>
            </a:pPr>
            <a:r>
              <a:rPr b="0" lang="ru-RU" sz="1800" spc="-1" strike="noStrike">
                <a:solidFill>
                  <a:srgbClr val="352379"/>
                </a:solidFill>
                <a:latin typeface="Times New Roman"/>
                <a:ea typeface="Arial"/>
              </a:rPr>
              <a:t>Гальванический элемент, аккумулятор – батарея</a:t>
            </a:r>
            <a:r>
              <a:rPr b="0" lang="ru-RU" sz="1800" spc="-1" strike="noStrike">
                <a:solidFill>
                  <a:srgbClr val="352379"/>
                </a:solidFill>
                <a:latin typeface="Montserrat"/>
                <a:ea typeface="Arial"/>
              </a:rPr>
              <a:t> </a:t>
            </a:r>
            <a:endParaRPr b="0" lang="ru-RU" sz="1800" spc="-1" strike="noStrike">
              <a:latin typeface="Arial"/>
            </a:endParaRPr>
          </a:p>
        </p:txBody>
      </p:sp>
      <p:sp>
        <p:nvSpPr>
          <p:cNvPr id="273" name="Text Box 14"/>
          <p:cNvSpPr/>
          <p:nvPr/>
        </p:nvSpPr>
        <p:spPr>
          <a:xfrm>
            <a:off x="5016600" y="4365720"/>
            <a:ext cx="1871280" cy="912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901"/>
              </a:spcBef>
              <a:buNone/>
            </a:pPr>
            <a:r>
              <a:rPr b="0" lang="ru-RU" sz="1800" spc="-1" strike="noStrike">
                <a:solidFill>
                  <a:srgbClr val="352379"/>
                </a:solidFill>
                <a:latin typeface="Times New Roman"/>
                <a:ea typeface="Arial"/>
              </a:rPr>
              <a:t>Генератор постоянного тока </a:t>
            </a:r>
            <a:endParaRPr b="0" lang="ru-RU" sz="1800" spc="-1" strike="noStrike">
              <a:latin typeface="Arial"/>
            </a:endParaRPr>
          </a:p>
        </p:txBody>
      </p:sp>
      <p:sp>
        <p:nvSpPr>
          <p:cNvPr id="274" name="Text Box 15"/>
          <p:cNvSpPr/>
          <p:nvPr/>
        </p:nvSpPr>
        <p:spPr>
          <a:xfrm>
            <a:off x="7248600" y="4437000"/>
            <a:ext cx="24476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901"/>
              </a:spcBef>
              <a:buNone/>
            </a:pPr>
            <a:r>
              <a:rPr b="0" lang="ru-RU" sz="1800" spc="-1" strike="noStrike">
                <a:solidFill>
                  <a:srgbClr val="352379"/>
                </a:solidFill>
                <a:latin typeface="Times New Roman"/>
                <a:ea typeface="Arial"/>
              </a:rPr>
              <a:t>Термопара</a:t>
            </a:r>
            <a:endParaRPr b="0" lang="ru-RU" sz="1800" spc="-1" strike="noStrike">
              <a:latin typeface="Arial"/>
            </a:endParaRPr>
          </a:p>
        </p:txBody>
      </p:sp>
      <p:sp>
        <p:nvSpPr>
          <p:cNvPr id="275" name="Текст 11"/>
          <p:cNvSpPr/>
          <p:nvPr/>
        </p:nvSpPr>
        <p:spPr>
          <a:xfrm>
            <a:off x="479520" y="149400"/>
            <a:ext cx="9940680" cy="2761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buNone/>
              <a:tabLst>
                <a:tab algn="l" pos="0"/>
              </a:tabLst>
            </a:pPr>
            <a:r>
              <a:rPr b="0" lang="ru-RU" sz="2800" spc="-1" strike="noStrike">
                <a:solidFill>
                  <a:srgbClr val="ffffff"/>
                </a:solidFill>
                <a:latin typeface="Montserrat"/>
                <a:ea typeface="Arial"/>
              </a:rPr>
              <a:t>Кафедра ТЭЦ</a:t>
            </a:r>
            <a:endParaRPr b="0" lang="ru-RU" sz="28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sldNum" idx="18"/>
          </p:nvPr>
        </p:nvSpPr>
        <p:spPr>
          <a:xfrm>
            <a:off x="8969400" y="6350760"/>
            <a:ext cx="2857320" cy="364680"/>
          </a:xfrm>
          <a:prstGeom prst="rect">
            <a:avLst/>
          </a:prstGeom>
          <a:noFill/>
          <a:ln w="0">
            <a:noFill/>
          </a:ln>
        </p:spPr>
        <p:txBody>
          <a:bodyPr anchor="ctr">
            <a:noAutofit/>
          </a:bodyPr>
          <a:lstStyle>
            <a:lvl1pPr algn="r">
              <a:lnSpc>
                <a:spcPct val="100000"/>
              </a:lnSpc>
              <a:buNone/>
              <a:defRPr b="1" lang="ru-RU" sz="1200" spc="-1" strike="noStrike">
                <a:solidFill>
                  <a:srgbClr val="908da8"/>
                </a:solidFill>
                <a:latin typeface="Arial Black"/>
                <a:ea typeface="Arial"/>
              </a:defRPr>
            </a:lvl1pPr>
          </a:lstStyle>
          <a:p>
            <a:pPr algn="r">
              <a:lnSpc>
                <a:spcPct val="100000"/>
              </a:lnSpc>
              <a:buNone/>
            </a:pPr>
            <a:fld id="{B84E6471-4BC8-4882-BAA1-26D49B5A4F1E}" type="slidenum">
              <a:rPr b="1" lang="ru-RU" sz="1200" spc="-1" strike="noStrike">
                <a:solidFill>
                  <a:srgbClr val="908da8"/>
                </a:solidFill>
                <a:latin typeface="Arial Black"/>
                <a:ea typeface="Arial"/>
              </a:rPr>
              <a:t>1</a:t>
            </a:fld>
            <a:endParaRPr b="0" lang="ru-RU" sz="1200" spc="-1" strike="noStrike">
              <a:latin typeface="Times New Roman"/>
            </a:endParaRPr>
          </a:p>
        </p:txBody>
      </p:sp>
      <p:sp>
        <p:nvSpPr>
          <p:cNvPr id="277" name="PlaceHolder 2"/>
          <p:cNvSpPr>
            <a:spLocks noGrp="1"/>
          </p:cNvSpPr>
          <p:nvPr>
            <p:ph type="title"/>
          </p:nvPr>
        </p:nvSpPr>
        <p:spPr>
          <a:xfrm>
            <a:off x="1904400" y="-19800"/>
            <a:ext cx="8229240" cy="810720"/>
          </a:xfrm>
          <a:prstGeom prst="rect">
            <a:avLst/>
          </a:prstGeom>
          <a:noFill/>
          <a:ln w="0">
            <a:noFill/>
          </a:ln>
        </p:spPr>
        <p:txBody>
          <a:bodyPr anchor="t">
            <a:noAutofit/>
          </a:bodyPr>
          <a:p>
            <a:pPr algn="ctr">
              <a:lnSpc>
                <a:spcPct val="100000"/>
              </a:lnSpc>
              <a:buNone/>
            </a:pPr>
            <a:r>
              <a:rPr b="0" lang="ru-RU" sz="3600" spc="-1" strike="noStrike">
                <a:solidFill>
                  <a:srgbClr val="ffffff"/>
                </a:solidFill>
                <a:latin typeface="Montserrat SemiBold"/>
                <a:ea typeface="Arial"/>
              </a:rPr>
              <a:t>Электрические цепи постоянного тока</a:t>
            </a:r>
            <a:endParaRPr b="0" lang="ru-RU" sz="3600" spc="-1" strike="noStrike">
              <a:solidFill>
                <a:srgbClr val="352379"/>
              </a:solidFill>
              <a:latin typeface="Montserrat"/>
            </a:endParaRPr>
          </a:p>
        </p:txBody>
      </p:sp>
      <p:sp>
        <p:nvSpPr>
          <p:cNvPr id="278" name="Rectangle 7"/>
          <p:cNvSpPr/>
          <p:nvPr/>
        </p:nvSpPr>
        <p:spPr>
          <a:xfrm>
            <a:off x="1523880" y="3034800"/>
            <a:ext cx="184320" cy="369000"/>
          </a:xfrm>
          <a:prstGeom prst="rect">
            <a:avLst/>
          </a:prstGeom>
          <a:noFill/>
          <a:ln w="0">
            <a:noFill/>
          </a:ln>
        </p:spPr>
        <p:style>
          <a:lnRef idx="0"/>
          <a:fillRef idx="0"/>
          <a:effectRef idx="0"/>
          <a:fontRef idx="minor"/>
        </p:style>
      </p:sp>
      <p:sp>
        <p:nvSpPr>
          <p:cNvPr id="279" name="Rectangle 8"/>
          <p:cNvSpPr/>
          <p:nvPr/>
        </p:nvSpPr>
        <p:spPr>
          <a:xfrm>
            <a:off x="1523880" y="3049200"/>
            <a:ext cx="184320" cy="369000"/>
          </a:xfrm>
          <a:prstGeom prst="rect">
            <a:avLst/>
          </a:prstGeom>
          <a:noFill/>
          <a:ln w="0">
            <a:noFill/>
          </a:ln>
        </p:spPr>
        <p:style>
          <a:lnRef idx="0"/>
          <a:fillRef idx="0"/>
          <a:effectRef idx="0"/>
          <a:fontRef idx="minor"/>
        </p:style>
      </p:sp>
      <p:sp>
        <p:nvSpPr>
          <p:cNvPr id="280" name="Rectangle 9"/>
          <p:cNvSpPr/>
          <p:nvPr/>
        </p:nvSpPr>
        <p:spPr>
          <a:xfrm>
            <a:off x="1523880" y="-184680"/>
            <a:ext cx="184320" cy="369000"/>
          </a:xfrm>
          <a:prstGeom prst="rect">
            <a:avLst/>
          </a:prstGeom>
          <a:noFill/>
          <a:ln w="0">
            <a:noFill/>
          </a:ln>
        </p:spPr>
        <p:style>
          <a:lnRef idx="0"/>
          <a:fillRef idx="0"/>
          <a:effectRef idx="0"/>
          <a:fontRef idx="minor"/>
        </p:style>
      </p:sp>
      <p:sp>
        <p:nvSpPr>
          <p:cNvPr id="281" name="Rectangle 10"/>
          <p:cNvSpPr/>
          <p:nvPr/>
        </p:nvSpPr>
        <p:spPr>
          <a:xfrm>
            <a:off x="1523880" y="3001320"/>
            <a:ext cx="184320" cy="369000"/>
          </a:xfrm>
          <a:prstGeom prst="rect">
            <a:avLst/>
          </a:prstGeom>
          <a:noFill/>
          <a:ln w="0">
            <a:noFill/>
          </a:ln>
        </p:spPr>
        <p:style>
          <a:lnRef idx="0"/>
          <a:fillRef idx="0"/>
          <a:effectRef idx="0"/>
          <a:fontRef idx="minor"/>
        </p:style>
      </p:sp>
      <p:sp>
        <p:nvSpPr>
          <p:cNvPr id="282" name="Rectangle 11"/>
          <p:cNvSpPr/>
          <p:nvPr/>
        </p:nvSpPr>
        <p:spPr>
          <a:xfrm>
            <a:off x="1523880" y="3049200"/>
            <a:ext cx="184320" cy="369000"/>
          </a:xfrm>
          <a:prstGeom prst="rect">
            <a:avLst/>
          </a:prstGeom>
          <a:noFill/>
          <a:ln w="0">
            <a:noFill/>
          </a:ln>
        </p:spPr>
        <p:style>
          <a:lnRef idx="0"/>
          <a:fillRef idx="0"/>
          <a:effectRef idx="0"/>
          <a:fontRef idx="minor"/>
        </p:style>
      </p:sp>
      <p:sp>
        <p:nvSpPr>
          <p:cNvPr id="283" name="Rectangle 12"/>
          <p:cNvSpPr/>
          <p:nvPr/>
        </p:nvSpPr>
        <p:spPr>
          <a:xfrm>
            <a:off x="1523880" y="3049200"/>
            <a:ext cx="184320" cy="369000"/>
          </a:xfrm>
          <a:prstGeom prst="rect">
            <a:avLst/>
          </a:prstGeom>
          <a:noFill/>
          <a:ln w="0">
            <a:noFill/>
          </a:ln>
        </p:spPr>
        <p:style>
          <a:lnRef idx="0"/>
          <a:fillRef idx="0"/>
          <a:effectRef idx="0"/>
          <a:fontRef idx="minor"/>
        </p:style>
      </p:sp>
      <p:sp>
        <p:nvSpPr>
          <p:cNvPr id="284" name="Rectangle 13"/>
          <p:cNvSpPr/>
          <p:nvPr/>
        </p:nvSpPr>
        <p:spPr>
          <a:xfrm>
            <a:off x="1523880" y="3049200"/>
            <a:ext cx="184320" cy="369000"/>
          </a:xfrm>
          <a:prstGeom prst="rect">
            <a:avLst/>
          </a:prstGeom>
          <a:noFill/>
          <a:ln w="0">
            <a:noFill/>
          </a:ln>
        </p:spPr>
        <p:style>
          <a:lnRef idx="0"/>
          <a:fillRef idx="0"/>
          <a:effectRef idx="0"/>
          <a:fontRef idx="minor"/>
        </p:style>
      </p:sp>
      <p:sp>
        <p:nvSpPr>
          <p:cNvPr id="285" name="Rectangle 14"/>
          <p:cNvSpPr/>
          <p:nvPr/>
        </p:nvSpPr>
        <p:spPr>
          <a:xfrm>
            <a:off x="1523880" y="3049200"/>
            <a:ext cx="184320" cy="369000"/>
          </a:xfrm>
          <a:prstGeom prst="rect">
            <a:avLst/>
          </a:prstGeom>
          <a:noFill/>
          <a:ln w="0">
            <a:noFill/>
          </a:ln>
        </p:spPr>
        <p:style>
          <a:lnRef idx="0"/>
          <a:fillRef idx="0"/>
          <a:effectRef idx="0"/>
          <a:fontRef idx="minor"/>
        </p:style>
      </p:sp>
      <p:sp>
        <p:nvSpPr>
          <p:cNvPr id="286" name="Rectangle 15"/>
          <p:cNvSpPr/>
          <p:nvPr/>
        </p:nvSpPr>
        <p:spPr>
          <a:xfrm>
            <a:off x="1523880" y="3049200"/>
            <a:ext cx="184320" cy="369000"/>
          </a:xfrm>
          <a:prstGeom prst="rect">
            <a:avLst/>
          </a:prstGeom>
          <a:noFill/>
          <a:ln w="0">
            <a:noFill/>
          </a:ln>
        </p:spPr>
        <p:style>
          <a:lnRef idx="0"/>
          <a:fillRef idx="0"/>
          <a:effectRef idx="0"/>
          <a:fontRef idx="minor"/>
        </p:style>
      </p:sp>
      <p:sp>
        <p:nvSpPr>
          <p:cNvPr id="287" name="Rectangle 16"/>
          <p:cNvSpPr/>
          <p:nvPr/>
        </p:nvSpPr>
        <p:spPr>
          <a:xfrm>
            <a:off x="1523880" y="3028320"/>
            <a:ext cx="184320" cy="369000"/>
          </a:xfrm>
          <a:prstGeom prst="rect">
            <a:avLst/>
          </a:prstGeom>
          <a:noFill/>
          <a:ln w="0">
            <a:noFill/>
          </a:ln>
        </p:spPr>
        <p:style>
          <a:lnRef idx="0"/>
          <a:fillRef idx="0"/>
          <a:effectRef idx="0"/>
          <a:fontRef idx="minor"/>
        </p:style>
      </p:sp>
      <p:sp>
        <p:nvSpPr>
          <p:cNvPr id="288" name="Rectangle 21"/>
          <p:cNvSpPr/>
          <p:nvPr/>
        </p:nvSpPr>
        <p:spPr>
          <a:xfrm>
            <a:off x="494640" y="791280"/>
            <a:ext cx="10896480" cy="28332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2800" spc="-1" strike="noStrike">
                <a:solidFill>
                  <a:srgbClr val="cc3300"/>
                </a:solidFill>
                <a:latin typeface="Montserrat"/>
                <a:ea typeface="Arial"/>
              </a:rPr>
              <a:t>источник ЭДС;</a:t>
            </a:r>
            <a:r>
              <a:rPr b="0" i="1" lang="ru-RU" sz="3200" spc="-1" strike="noStrike">
                <a:solidFill>
                  <a:srgbClr val="352379"/>
                </a:solidFill>
                <a:latin typeface="Arial"/>
                <a:ea typeface="Arial"/>
              </a:rPr>
              <a:t> </a:t>
            </a:r>
            <a:r>
              <a:rPr b="0" lang="ru-RU" sz="2000" spc="-1" strike="noStrike">
                <a:solidFill>
                  <a:srgbClr val="352379"/>
                </a:solidFill>
                <a:latin typeface="Arial"/>
                <a:ea typeface="Arial"/>
              </a:rPr>
              <a:t>- это такой элемент, напряжение между зажимами которого при любом токе, по величине равно ЭДС. </a:t>
            </a:r>
            <a:endParaRPr b="0" lang="ru-RU" sz="2000" spc="-1" strike="noStrike">
              <a:latin typeface="Arial"/>
            </a:endParaRPr>
          </a:p>
          <a:p>
            <a:pPr>
              <a:lnSpc>
                <a:spcPct val="100000"/>
              </a:lnSpc>
              <a:buNone/>
              <a:tabLst>
                <a:tab algn="l" pos="0"/>
              </a:tabLst>
            </a:pPr>
            <a:r>
              <a:rPr b="0" lang="ru-RU" sz="2000" spc="-1" strike="noStrike">
                <a:solidFill>
                  <a:srgbClr val="352379"/>
                </a:solidFill>
                <a:latin typeface="Arial"/>
                <a:ea typeface="Arial"/>
              </a:rPr>
              <a:t>Стрелка внутри источника показывает направление возрастания потенциала внутри источника. Если е=0, то  </a:t>
            </a:r>
            <a:r>
              <a:rPr b="0" lang="en-US" sz="2000" spc="-1" strike="noStrike">
                <a:solidFill>
                  <a:srgbClr val="352379"/>
                </a:solidFill>
                <a:latin typeface="Arial"/>
                <a:ea typeface="Arial"/>
              </a:rPr>
              <a:t>u=e=i*R=0</a:t>
            </a:r>
            <a:r>
              <a:rPr b="0" lang="ru-RU" sz="2000" spc="-1" strike="noStrike">
                <a:solidFill>
                  <a:srgbClr val="352379"/>
                </a:solidFill>
                <a:latin typeface="Arial"/>
                <a:ea typeface="Arial"/>
              </a:rPr>
              <a:t> на этом участке при любом токе. </a:t>
            </a:r>
            <a:endParaRPr b="0" lang="ru-RU" sz="2000" spc="-1" strike="noStrike">
              <a:latin typeface="Arial"/>
            </a:endParaRPr>
          </a:p>
          <a:p>
            <a:pPr>
              <a:lnSpc>
                <a:spcPct val="100000"/>
              </a:lnSpc>
              <a:buNone/>
              <a:tabLst>
                <a:tab algn="l" pos="0"/>
              </a:tabLst>
            </a:pPr>
            <a:r>
              <a:rPr b="0" lang="ru-RU" sz="2000" spc="-1" strike="noStrike">
                <a:solidFill>
                  <a:srgbClr val="352379"/>
                </a:solidFill>
                <a:latin typeface="Arial"/>
                <a:ea typeface="Arial"/>
              </a:rPr>
              <a:t>Это значит, что е=0 заменяется проводом    </a:t>
            </a:r>
            <a:endParaRPr b="0" lang="ru-RU" sz="2000" spc="-1" strike="noStrike">
              <a:latin typeface="Arial"/>
            </a:endParaRPr>
          </a:p>
          <a:p>
            <a:pPr>
              <a:lnSpc>
                <a:spcPct val="100000"/>
              </a:lnSpc>
              <a:buNone/>
              <a:tabLst>
                <a:tab algn="l" pos="0"/>
              </a:tabLst>
            </a:pPr>
            <a:r>
              <a:rPr b="0" lang="ru-RU" sz="2000" spc="-1" strike="noStrike">
                <a:solidFill>
                  <a:srgbClr val="352379"/>
                </a:solidFill>
                <a:latin typeface="Arial"/>
                <a:ea typeface="Arial"/>
              </a:rPr>
              <a:t>Rпр = 0 и поэтому считают, что внутреннее сопротивление источника напряжения </a:t>
            </a:r>
            <a:endParaRPr b="0" lang="ru-RU" sz="2000" spc="-1" strike="noStrike">
              <a:latin typeface="Arial"/>
            </a:endParaRPr>
          </a:p>
          <a:p>
            <a:pPr>
              <a:lnSpc>
                <a:spcPct val="100000"/>
              </a:lnSpc>
              <a:buNone/>
              <a:tabLst>
                <a:tab algn="l" pos="0"/>
              </a:tabLst>
            </a:pPr>
            <a:r>
              <a:rPr b="0" lang="ru-RU" sz="2000" spc="-1" strike="noStrike">
                <a:solidFill>
                  <a:srgbClr val="352379"/>
                </a:solidFill>
                <a:latin typeface="Arial"/>
                <a:ea typeface="Arial"/>
              </a:rPr>
              <a:t>Rвне  = 0.</a:t>
            </a:r>
            <a:endParaRPr b="0" lang="ru-RU" sz="2000" spc="-1" strike="noStrike">
              <a:latin typeface="Arial"/>
            </a:endParaRPr>
          </a:p>
          <a:p>
            <a:pPr>
              <a:lnSpc>
                <a:spcPct val="100000"/>
              </a:lnSpc>
              <a:buNone/>
              <a:tabLst>
                <a:tab algn="l" pos="0"/>
              </a:tabLst>
            </a:pPr>
            <a:endParaRPr b="0" lang="ru-RU" sz="2800" spc="-1" strike="noStrike">
              <a:latin typeface="Arial"/>
            </a:endParaRPr>
          </a:p>
        </p:txBody>
      </p:sp>
      <p:pic>
        <p:nvPicPr>
          <p:cNvPr id="289" name="Рисунок 1" descr=""/>
          <p:cNvPicPr/>
          <p:nvPr/>
        </p:nvPicPr>
        <p:blipFill>
          <a:blip r:embed="rId1"/>
          <a:stretch/>
        </p:blipFill>
        <p:spPr>
          <a:xfrm>
            <a:off x="845640" y="3534840"/>
            <a:ext cx="2366280" cy="2907000"/>
          </a:xfrm>
          <a:prstGeom prst="rect">
            <a:avLst/>
          </a:prstGeom>
          <a:ln w="0">
            <a:noFill/>
          </a:ln>
        </p:spPr>
      </p:pic>
      <p:pic>
        <p:nvPicPr>
          <p:cNvPr id="290" name="Рисунок 2" descr=""/>
          <p:cNvPicPr/>
          <p:nvPr/>
        </p:nvPicPr>
        <p:blipFill>
          <a:blip r:embed="rId2"/>
          <a:stretch/>
        </p:blipFill>
        <p:spPr>
          <a:xfrm>
            <a:off x="4221360" y="3848040"/>
            <a:ext cx="3443400" cy="2593440"/>
          </a:xfrm>
          <a:prstGeom prst="rect">
            <a:avLst/>
          </a:prstGeom>
          <a:ln w="0">
            <a:noFill/>
          </a:ln>
        </p:spPr>
      </p:pic>
    </p:spTree>
  </p:cSld>
  <mc:AlternateContent>
    <mc:Choice Requires="p14">
      <p:transition spd="slow" p14:dur="2000"/>
    </mc:Choice>
    <mc:Fallback>
      <p:transition spd="slow"/>
    </mc:Fallback>
  </mc:AlternateContent>
  <p:timing>
    <p:tnLst>
      <p:par>
        <p:cTn id="29" dur="indefinite" restart="never" nodeType="tmRoot">
          <p:childTnLst>
            <p:seq>
              <p:cTn id="30" dur="indefinite" nodeType="mainSeq">
                <p:childTnLst>
                  <p:par>
                    <p:cTn id="31" nodeType="clickEffect" fill="hold">
                      <p:stCondLst>
                        <p:cond delay="indefinite"/>
                      </p:stCondLst>
                      <p:childTnLst>
                        <p:par>
                          <p:cTn id="32" nodeType="withEffect" fill="hold">
                            <p:stCondLst>
                              <p:cond delay="0"/>
                            </p:stCondLst>
                            <p:childTnLst>
                              <p:par>
                                <p:cTn id="33" nodeType="clickEffect" fill="hold" presetClass="entr" presetID="1">
                                  <p:stCondLst>
                                    <p:cond delay="0"/>
                                  </p:stCondLst>
                                  <p:childTnLst>
                                    <p:set>
                                      <p:cBhvr>
                                        <p:cTn id="34" dur="1" fill="hold">
                                          <p:stCondLst>
                                            <p:cond delay="0"/>
                                          </p:stCondLst>
                                        </p:cTn>
                                        <p:tgtEl>
                                          <p:spTgt spid="2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ldNum" idx="19"/>
          </p:nvPr>
        </p:nvSpPr>
        <p:spPr>
          <a:xfrm>
            <a:off x="8969400" y="6350760"/>
            <a:ext cx="2857320" cy="364680"/>
          </a:xfrm>
          <a:prstGeom prst="rect">
            <a:avLst/>
          </a:prstGeom>
          <a:noFill/>
          <a:ln w="0">
            <a:noFill/>
          </a:ln>
        </p:spPr>
        <p:txBody>
          <a:bodyPr anchor="ctr">
            <a:noAutofit/>
          </a:bodyPr>
          <a:lstStyle>
            <a:lvl1pPr algn="r">
              <a:lnSpc>
                <a:spcPct val="100000"/>
              </a:lnSpc>
              <a:buNone/>
              <a:defRPr b="1" lang="ru-RU" sz="1200" spc="-1" strike="noStrike">
                <a:solidFill>
                  <a:srgbClr val="908da8"/>
                </a:solidFill>
                <a:latin typeface="Arial Black"/>
                <a:ea typeface="Arial"/>
              </a:defRPr>
            </a:lvl1pPr>
          </a:lstStyle>
          <a:p>
            <a:pPr algn="r">
              <a:lnSpc>
                <a:spcPct val="100000"/>
              </a:lnSpc>
              <a:buNone/>
            </a:pPr>
            <a:fld id="{ABC3664B-A1EA-4022-AB5D-92B3DCE23805}" type="slidenum">
              <a:rPr b="1" lang="ru-RU" sz="1200" spc="-1" strike="noStrike">
                <a:solidFill>
                  <a:srgbClr val="908da8"/>
                </a:solidFill>
                <a:latin typeface="Arial Black"/>
                <a:ea typeface="Arial"/>
              </a:rPr>
              <a:t>1</a:t>
            </a:fld>
            <a:endParaRPr b="0" lang="ru-RU" sz="1200" spc="-1" strike="noStrike">
              <a:latin typeface="Times New Roman"/>
            </a:endParaRPr>
          </a:p>
        </p:txBody>
      </p:sp>
      <p:sp>
        <p:nvSpPr>
          <p:cNvPr id="292" name="PlaceHolder 2"/>
          <p:cNvSpPr>
            <a:spLocks noGrp="1"/>
          </p:cNvSpPr>
          <p:nvPr>
            <p:ph type="title"/>
          </p:nvPr>
        </p:nvSpPr>
        <p:spPr>
          <a:xfrm>
            <a:off x="1904400" y="-19800"/>
            <a:ext cx="8229240" cy="810720"/>
          </a:xfrm>
          <a:prstGeom prst="rect">
            <a:avLst/>
          </a:prstGeom>
          <a:noFill/>
          <a:ln w="0">
            <a:noFill/>
          </a:ln>
        </p:spPr>
        <p:txBody>
          <a:bodyPr anchor="t">
            <a:noAutofit/>
          </a:bodyPr>
          <a:p>
            <a:pPr algn="ctr">
              <a:lnSpc>
                <a:spcPct val="100000"/>
              </a:lnSpc>
              <a:buNone/>
            </a:pPr>
            <a:r>
              <a:rPr b="0" lang="ru-RU" sz="3600" spc="-1" strike="noStrike">
                <a:solidFill>
                  <a:srgbClr val="ffffff"/>
                </a:solidFill>
                <a:latin typeface="Montserrat SemiBold"/>
                <a:ea typeface="Arial"/>
              </a:rPr>
              <a:t>Электрические цепи постоянного тока</a:t>
            </a:r>
            <a:endParaRPr b="0" lang="ru-RU" sz="3600" spc="-1" strike="noStrike">
              <a:solidFill>
                <a:srgbClr val="352379"/>
              </a:solidFill>
              <a:latin typeface="Montserrat"/>
            </a:endParaRPr>
          </a:p>
        </p:txBody>
      </p:sp>
      <p:sp>
        <p:nvSpPr>
          <p:cNvPr id="293" name="Rectangle 7"/>
          <p:cNvSpPr/>
          <p:nvPr/>
        </p:nvSpPr>
        <p:spPr>
          <a:xfrm>
            <a:off x="1523880" y="3034800"/>
            <a:ext cx="184320" cy="369000"/>
          </a:xfrm>
          <a:prstGeom prst="rect">
            <a:avLst/>
          </a:prstGeom>
          <a:noFill/>
          <a:ln w="0">
            <a:noFill/>
          </a:ln>
        </p:spPr>
        <p:style>
          <a:lnRef idx="0"/>
          <a:fillRef idx="0"/>
          <a:effectRef idx="0"/>
          <a:fontRef idx="minor"/>
        </p:style>
      </p:sp>
      <p:sp>
        <p:nvSpPr>
          <p:cNvPr id="294" name="Rectangle 8"/>
          <p:cNvSpPr/>
          <p:nvPr/>
        </p:nvSpPr>
        <p:spPr>
          <a:xfrm>
            <a:off x="1523880" y="3049200"/>
            <a:ext cx="184320" cy="369000"/>
          </a:xfrm>
          <a:prstGeom prst="rect">
            <a:avLst/>
          </a:prstGeom>
          <a:noFill/>
          <a:ln w="0">
            <a:noFill/>
          </a:ln>
        </p:spPr>
        <p:style>
          <a:lnRef idx="0"/>
          <a:fillRef idx="0"/>
          <a:effectRef idx="0"/>
          <a:fontRef idx="minor"/>
        </p:style>
      </p:sp>
      <p:sp>
        <p:nvSpPr>
          <p:cNvPr id="295" name="Rectangle 9"/>
          <p:cNvSpPr/>
          <p:nvPr/>
        </p:nvSpPr>
        <p:spPr>
          <a:xfrm>
            <a:off x="1523880" y="-184680"/>
            <a:ext cx="184320" cy="369000"/>
          </a:xfrm>
          <a:prstGeom prst="rect">
            <a:avLst/>
          </a:prstGeom>
          <a:noFill/>
          <a:ln w="0">
            <a:noFill/>
          </a:ln>
        </p:spPr>
        <p:style>
          <a:lnRef idx="0"/>
          <a:fillRef idx="0"/>
          <a:effectRef idx="0"/>
          <a:fontRef idx="minor"/>
        </p:style>
      </p:sp>
      <p:sp>
        <p:nvSpPr>
          <p:cNvPr id="296" name="Rectangle 10"/>
          <p:cNvSpPr/>
          <p:nvPr/>
        </p:nvSpPr>
        <p:spPr>
          <a:xfrm>
            <a:off x="1523880" y="3001320"/>
            <a:ext cx="184320" cy="369000"/>
          </a:xfrm>
          <a:prstGeom prst="rect">
            <a:avLst/>
          </a:prstGeom>
          <a:noFill/>
          <a:ln w="0">
            <a:noFill/>
          </a:ln>
        </p:spPr>
        <p:style>
          <a:lnRef idx="0"/>
          <a:fillRef idx="0"/>
          <a:effectRef idx="0"/>
          <a:fontRef idx="minor"/>
        </p:style>
      </p:sp>
      <p:sp>
        <p:nvSpPr>
          <p:cNvPr id="297" name="Rectangle 11"/>
          <p:cNvSpPr/>
          <p:nvPr/>
        </p:nvSpPr>
        <p:spPr>
          <a:xfrm>
            <a:off x="1523880" y="3049200"/>
            <a:ext cx="184320" cy="369000"/>
          </a:xfrm>
          <a:prstGeom prst="rect">
            <a:avLst/>
          </a:prstGeom>
          <a:noFill/>
          <a:ln w="0">
            <a:noFill/>
          </a:ln>
        </p:spPr>
        <p:style>
          <a:lnRef idx="0"/>
          <a:fillRef idx="0"/>
          <a:effectRef idx="0"/>
          <a:fontRef idx="minor"/>
        </p:style>
      </p:sp>
      <p:sp>
        <p:nvSpPr>
          <p:cNvPr id="298" name="Rectangle 12"/>
          <p:cNvSpPr/>
          <p:nvPr/>
        </p:nvSpPr>
        <p:spPr>
          <a:xfrm>
            <a:off x="1523880" y="3049200"/>
            <a:ext cx="184320" cy="369000"/>
          </a:xfrm>
          <a:prstGeom prst="rect">
            <a:avLst/>
          </a:prstGeom>
          <a:noFill/>
          <a:ln w="0">
            <a:noFill/>
          </a:ln>
        </p:spPr>
        <p:style>
          <a:lnRef idx="0"/>
          <a:fillRef idx="0"/>
          <a:effectRef idx="0"/>
          <a:fontRef idx="minor"/>
        </p:style>
      </p:sp>
      <p:sp>
        <p:nvSpPr>
          <p:cNvPr id="299" name="Rectangle 13"/>
          <p:cNvSpPr/>
          <p:nvPr/>
        </p:nvSpPr>
        <p:spPr>
          <a:xfrm>
            <a:off x="1523880" y="3049200"/>
            <a:ext cx="184320" cy="369000"/>
          </a:xfrm>
          <a:prstGeom prst="rect">
            <a:avLst/>
          </a:prstGeom>
          <a:noFill/>
          <a:ln w="0">
            <a:noFill/>
          </a:ln>
        </p:spPr>
        <p:style>
          <a:lnRef idx="0"/>
          <a:fillRef idx="0"/>
          <a:effectRef idx="0"/>
          <a:fontRef idx="minor"/>
        </p:style>
      </p:sp>
      <p:sp>
        <p:nvSpPr>
          <p:cNvPr id="300" name="Rectangle 14"/>
          <p:cNvSpPr/>
          <p:nvPr/>
        </p:nvSpPr>
        <p:spPr>
          <a:xfrm>
            <a:off x="1523880" y="3049200"/>
            <a:ext cx="184320" cy="369000"/>
          </a:xfrm>
          <a:prstGeom prst="rect">
            <a:avLst/>
          </a:prstGeom>
          <a:noFill/>
          <a:ln w="0">
            <a:noFill/>
          </a:ln>
        </p:spPr>
        <p:style>
          <a:lnRef idx="0"/>
          <a:fillRef idx="0"/>
          <a:effectRef idx="0"/>
          <a:fontRef idx="minor"/>
        </p:style>
      </p:sp>
      <p:sp>
        <p:nvSpPr>
          <p:cNvPr id="301" name="Rectangle 15"/>
          <p:cNvSpPr/>
          <p:nvPr/>
        </p:nvSpPr>
        <p:spPr>
          <a:xfrm>
            <a:off x="1523880" y="3049200"/>
            <a:ext cx="184320" cy="369000"/>
          </a:xfrm>
          <a:prstGeom prst="rect">
            <a:avLst/>
          </a:prstGeom>
          <a:noFill/>
          <a:ln w="0">
            <a:noFill/>
          </a:ln>
        </p:spPr>
        <p:style>
          <a:lnRef idx="0"/>
          <a:fillRef idx="0"/>
          <a:effectRef idx="0"/>
          <a:fontRef idx="minor"/>
        </p:style>
      </p:sp>
      <p:sp>
        <p:nvSpPr>
          <p:cNvPr id="302" name="Rectangle 16"/>
          <p:cNvSpPr/>
          <p:nvPr/>
        </p:nvSpPr>
        <p:spPr>
          <a:xfrm>
            <a:off x="1523880" y="3028320"/>
            <a:ext cx="184320" cy="369000"/>
          </a:xfrm>
          <a:prstGeom prst="rect">
            <a:avLst/>
          </a:prstGeom>
          <a:noFill/>
          <a:ln w="0">
            <a:noFill/>
          </a:ln>
        </p:spPr>
        <p:style>
          <a:lnRef idx="0"/>
          <a:fillRef idx="0"/>
          <a:effectRef idx="0"/>
          <a:fontRef idx="minor"/>
        </p:style>
      </p:sp>
      <p:sp>
        <p:nvSpPr>
          <p:cNvPr id="303" name="Rectangle 22"/>
          <p:cNvSpPr/>
          <p:nvPr/>
        </p:nvSpPr>
        <p:spPr>
          <a:xfrm>
            <a:off x="581760" y="876600"/>
            <a:ext cx="10054440" cy="44766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2800" spc="-1" strike="noStrike">
                <a:solidFill>
                  <a:srgbClr val="cc3300"/>
                </a:solidFill>
                <a:latin typeface="Montserrat"/>
                <a:ea typeface="Arial"/>
              </a:rPr>
              <a:t>источник тока</a:t>
            </a:r>
            <a:r>
              <a:rPr b="0" lang="en-US" sz="2800" spc="-1" strike="noStrike">
                <a:solidFill>
                  <a:srgbClr val="cc3300"/>
                </a:solidFill>
                <a:latin typeface="Montserrat"/>
                <a:ea typeface="Arial"/>
              </a:rPr>
              <a:t>-</a:t>
            </a:r>
            <a:r>
              <a:rPr b="0" lang="ru-RU" sz="3200" spc="-1" strike="noStrike">
                <a:solidFill>
                  <a:srgbClr val="352379"/>
                </a:solidFill>
                <a:latin typeface="Arial"/>
                <a:ea typeface="Arial"/>
              </a:rPr>
              <a:t>это такой элемент, через который при любом напряжении между его зажимами проходит один и тот же ток равный величине источника тока.</a:t>
            </a:r>
            <a:endParaRPr b="0" lang="ru-RU" sz="3200" spc="-1" strike="noStrike">
              <a:latin typeface="Arial"/>
            </a:endParaRPr>
          </a:p>
          <a:p>
            <a:pPr>
              <a:lnSpc>
                <a:spcPct val="100000"/>
              </a:lnSpc>
              <a:buNone/>
              <a:tabLst>
                <a:tab algn="l" pos="0"/>
              </a:tabLst>
            </a:pPr>
            <a:r>
              <a:rPr b="0" lang="ru-RU" sz="3200" spc="-1" strike="noStrike">
                <a:solidFill>
                  <a:srgbClr val="352379"/>
                </a:solidFill>
                <a:latin typeface="Arial"/>
                <a:ea typeface="Arial"/>
              </a:rPr>
              <a:t> </a:t>
            </a:r>
            <a:r>
              <a:rPr b="0" lang="ru-RU" sz="3200" spc="-1" strike="noStrike">
                <a:solidFill>
                  <a:srgbClr val="352379"/>
                </a:solidFill>
                <a:latin typeface="Arial"/>
                <a:ea typeface="Arial"/>
              </a:rPr>
              <a:t>Если величина источника тока равна 0 (j=0), </a:t>
            </a:r>
            <a:endParaRPr b="0" lang="ru-RU" sz="3200" spc="-1" strike="noStrike">
              <a:latin typeface="Arial"/>
            </a:endParaRPr>
          </a:p>
          <a:p>
            <a:pPr>
              <a:lnSpc>
                <a:spcPct val="100000"/>
              </a:lnSpc>
              <a:buNone/>
              <a:tabLst>
                <a:tab algn="l" pos="0"/>
              </a:tabLst>
            </a:pPr>
            <a:r>
              <a:rPr b="0" lang="ru-RU" sz="3200" spc="-1" strike="noStrike">
                <a:solidFill>
                  <a:srgbClr val="352379"/>
                </a:solidFill>
                <a:latin typeface="Arial"/>
                <a:ea typeface="Arial"/>
              </a:rPr>
              <a:t>то i = j = u/R = 0, то при любом напряжении ток на этом участке будет равен нулю (разрыв цепи). </a:t>
            </a:r>
            <a:r>
              <a:rPr b="0" lang="en-US" sz="3200" spc="-1" strike="noStrike">
                <a:solidFill>
                  <a:srgbClr val="352379"/>
                </a:solidFill>
                <a:latin typeface="Arial"/>
                <a:ea typeface="Arial"/>
              </a:rPr>
              <a:t> </a:t>
            </a:r>
            <a:r>
              <a:rPr b="0" lang="ru-RU" sz="3200" spc="-1" strike="noStrike">
                <a:solidFill>
                  <a:srgbClr val="352379"/>
                </a:solidFill>
                <a:latin typeface="Arial"/>
                <a:ea typeface="Arial"/>
              </a:rPr>
              <a:t>Поэтому считают, что внутреннее сопротивление источника тока бесконечно: Rвн  j  =  </a:t>
            </a:r>
            <a:endParaRPr b="0" lang="ru-RU" sz="3200" spc="-1" strike="noStrike">
              <a:latin typeface="Arial"/>
            </a:endParaRPr>
          </a:p>
        </p:txBody>
      </p:sp>
      <p:pic>
        <p:nvPicPr>
          <p:cNvPr id="304" name="Рисунок 1" descr=""/>
          <p:cNvPicPr/>
          <p:nvPr/>
        </p:nvPicPr>
        <p:blipFill>
          <a:blip r:embed="rId1"/>
          <a:srcRect l="6879" t="0" r="88648" b="0"/>
          <a:stretch/>
        </p:blipFill>
        <p:spPr>
          <a:xfrm>
            <a:off x="7728120" y="4137480"/>
            <a:ext cx="1014480" cy="1173240"/>
          </a:xfrm>
          <a:prstGeom prst="rect">
            <a:avLst/>
          </a:prstGeom>
          <a:ln w="0">
            <a:noFill/>
          </a:ln>
        </p:spPr>
      </p:pic>
      <p:pic>
        <p:nvPicPr>
          <p:cNvPr id="305" name="Рисунок 2" descr=""/>
          <p:cNvPicPr/>
          <p:nvPr/>
        </p:nvPicPr>
        <p:blipFill>
          <a:blip r:embed="rId2"/>
          <a:stretch/>
        </p:blipFill>
        <p:spPr>
          <a:xfrm>
            <a:off x="1616400" y="4835520"/>
            <a:ext cx="3840120" cy="1756800"/>
          </a:xfrm>
          <a:prstGeom prst="rect">
            <a:avLst/>
          </a:prstGeom>
          <a:ln w="0">
            <a:noFill/>
          </a:ln>
        </p:spPr>
      </p:pic>
    </p:spTree>
  </p:cSld>
  <mc:AlternateContent>
    <mc:Choice Requires="p14">
      <p:transition spd="slow" p14:dur="2000"/>
    </mc:Choice>
    <mc:Fallback>
      <p:transition spd="slow"/>
    </mc:Fallback>
  </mc:AlternateContent>
  <p:timing>
    <p:tnLst>
      <p:par>
        <p:cTn id="35" dur="indefinite" restart="never" nodeType="tmRoot">
          <p:childTnLst>
            <p:seq>
              <p:cTn id="36" dur="indefinite" nodeType="mainSeq">
                <p:childTnLst>
                  <p:par>
                    <p:cTn id="37" nodeType="clickEffect" fill="hold">
                      <p:stCondLst>
                        <p:cond delay="indefinite"/>
                      </p:stCondLst>
                      <p:childTnLst>
                        <p:par>
                          <p:cTn id="38" nodeType="withEffect" fill="hold">
                            <p:stCondLst>
                              <p:cond delay="0"/>
                            </p:stCondLst>
                            <p:childTnLst>
                              <p:par>
                                <p:cTn id="39" nodeType="clickEffect" fill="hold" presetClass="entr" presetID="1">
                                  <p:stCondLst>
                                    <p:cond delay="0"/>
                                  </p:stCondLst>
                                  <p:childTnLst>
                                    <p:set>
                                      <p:cBhvr>
                                        <p:cTn id="40" dur="1" fill="hold">
                                          <p:stCondLst>
                                            <p:cond delay="0"/>
                                          </p:stCondLst>
                                        </p:cTn>
                                        <p:tgtEl>
                                          <p:spTgt spid="3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sldNum" idx="20"/>
          </p:nvPr>
        </p:nvSpPr>
        <p:spPr>
          <a:xfrm>
            <a:off x="8969400" y="6350760"/>
            <a:ext cx="2857320" cy="364680"/>
          </a:xfrm>
          <a:prstGeom prst="rect">
            <a:avLst/>
          </a:prstGeom>
          <a:noFill/>
          <a:ln w="0">
            <a:noFill/>
          </a:ln>
        </p:spPr>
        <p:txBody>
          <a:bodyPr anchor="ctr">
            <a:noAutofit/>
          </a:bodyPr>
          <a:lstStyle>
            <a:lvl1pPr algn="r">
              <a:lnSpc>
                <a:spcPct val="100000"/>
              </a:lnSpc>
              <a:buNone/>
              <a:defRPr b="1" lang="ru-RU" sz="1200" spc="-1" strike="noStrike">
                <a:solidFill>
                  <a:srgbClr val="908da8"/>
                </a:solidFill>
                <a:latin typeface="Arial Black"/>
                <a:ea typeface="Arial"/>
              </a:defRPr>
            </a:lvl1pPr>
          </a:lstStyle>
          <a:p>
            <a:pPr algn="r">
              <a:lnSpc>
                <a:spcPct val="100000"/>
              </a:lnSpc>
              <a:buNone/>
            </a:pPr>
            <a:fld id="{CE4C4D2A-8F03-4B57-86AA-0D496234C003}" type="slidenum">
              <a:rPr b="1" lang="ru-RU" sz="1200" spc="-1" strike="noStrike">
                <a:solidFill>
                  <a:srgbClr val="908da8"/>
                </a:solidFill>
                <a:latin typeface="Arial Black"/>
                <a:ea typeface="Arial"/>
              </a:rPr>
              <a:t>1</a:t>
            </a:fld>
            <a:endParaRPr b="0" lang="ru-RU" sz="1200" spc="-1" strike="noStrike">
              <a:latin typeface="Times New Roman"/>
            </a:endParaRPr>
          </a:p>
        </p:txBody>
      </p:sp>
      <p:sp>
        <p:nvSpPr>
          <p:cNvPr id="307" name="PlaceHolder 2"/>
          <p:cNvSpPr>
            <a:spLocks noGrp="1"/>
          </p:cNvSpPr>
          <p:nvPr>
            <p:ph type="title"/>
          </p:nvPr>
        </p:nvSpPr>
        <p:spPr>
          <a:xfrm>
            <a:off x="1892880" y="41400"/>
            <a:ext cx="8229240" cy="810720"/>
          </a:xfrm>
          <a:prstGeom prst="rect">
            <a:avLst/>
          </a:prstGeom>
          <a:noFill/>
          <a:ln w="0">
            <a:noFill/>
          </a:ln>
        </p:spPr>
        <p:txBody>
          <a:bodyPr anchor="t">
            <a:noAutofit/>
          </a:bodyPr>
          <a:p>
            <a:pPr algn="ctr">
              <a:lnSpc>
                <a:spcPct val="100000"/>
              </a:lnSpc>
              <a:buNone/>
            </a:pPr>
            <a:r>
              <a:rPr b="0" lang="ru-RU" sz="3600" spc="-1" strike="noStrike">
                <a:solidFill>
                  <a:srgbClr val="ffffff"/>
                </a:solidFill>
                <a:latin typeface="Montserrat SemiBold"/>
                <a:ea typeface="Arial"/>
              </a:rPr>
              <a:t>Электрические цепи</a:t>
            </a:r>
            <a:r>
              <a:rPr b="0" lang="en-US" sz="3600" spc="-1" strike="noStrike">
                <a:solidFill>
                  <a:srgbClr val="ffffff"/>
                </a:solidFill>
                <a:latin typeface="Montserrat SemiBold"/>
                <a:ea typeface="Arial"/>
              </a:rPr>
              <a:t> </a:t>
            </a:r>
            <a:r>
              <a:rPr b="0" lang="ru-RU" sz="3600" spc="-1" strike="noStrike">
                <a:solidFill>
                  <a:srgbClr val="ffffff"/>
                </a:solidFill>
                <a:latin typeface="Montserrat SemiBold"/>
                <a:ea typeface="Arial"/>
              </a:rPr>
              <a:t>постоянного тока</a:t>
            </a:r>
            <a:endParaRPr b="0" lang="ru-RU" sz="3600" spc="-1" strike="noStrike">
              <a:solidFill>
                <a:srgbClr val="352379"/>
              </a:solidFill>
              <a:latin typeface="Montserrat"/>
            </a:endParaRPr>
          </a:p>
        </p:txBody>
      </p:sp>
      <p:sp>
        <p:nvSpPr>
          <p:cNvPr id="308" name="PlaceHolder 3"/>
          <p:cNvSpPr>
            <a:spLocks noGrp="1"/>
          </p:cNvSpPr>
          <p:nvPr>
            <p:ph/>
          </p:nvPr>
        </p:nvSpPr>
        <p:spPr>
          <a:xfrm>
            <a:off x="1317240" y="852480"/>
            <a:ext cx="8229240" cy="431280"/>
          </a:xfrm>
          <a:prstGeom prst="rect">
            <a:avLst/>
          </a:prstGeom>
          <a:noFill/>
          <a:ln w="0">
            <a:noFill/>
          </a:ln>
        </p:spPr>
        <p:txBody>
          <a:bodyPr anchor="t">
            <a:noAutofit/>
          </a:bodyPr>
          <a:p>
            <a:pPr>
              <a:lnSpc>
                <a:spcPct val="90000"/>
              </a:lnSpc>
              <a:spcBef>
                <a:spcPts val="1001"/>
              </a:spcBef>
              <a:buNone/>
              <a:tabLst>
                <a:tab algn="l" pos="0"/>
              </a:tabLst>
            </a:pPr>
            <a:r>
              <a:rPr b="0" lang="ru-RU" sz="2000" spc="-1" strike="noStrike">
                <a:solidFill>
                  <a:srgbClr val="352379"/>
                </a:solidFill>
                <a:latin typeface="Montserrat"/>
                <a:ea typeface="Arial"/>
              </a:rPr>
              <a:t>Режимы работы электрической цепи</a:t>
            </a:r>
            <a:endParaRPr b="0" lang="ru-RU" sz="2000" spc="-1" strike="noStrike">
              <a:solidFill>
                <a:srgbClr val="352379"/>
              </a:solidFill>
              <a:latin typeface="Montserrat"/>
            </a:endParaRPr>
          </a:p>
        </p:txBody>
      </p:sp>
      <p:sp>
        <p:nvSpPr>
          <p:cNvPr id="309" name="Rectangle 4"/>
          <p:cNvSpPr/>
          <p:nvPr/>
        </p:nvSpPr>
        <p:spPr>
          <a:xfrm>
            <a:off x="1523880" y="3034800"/>
            <a:ext cx="184320" cy="369000"/>
          </a:xfrm>
          <a:prstGeom prst="rect">
            <a:avLst/>
          </a:prstGeom>
          <a:noFill/>
          <a:ln w="0">
            <a:noFill/>
          </a:ln>
        </p:spPr>
        <p:style>
          <a:lnRef idx="0"/>
          <a:fillRef idx="0"/>
          <a:effectRef idx="0"/>
          <a:fontRef idx="minor"/>
        </p:style>
      </p:sp>
      <p:sp>
        <p:nvSpPr>
          <p:cNvPr id="310" name="Rectangle 5"/>
          <p:cNvSpPr/>
          <p:nvPr/>
        </p:nvSpPr>
        <p:spPr>
          <a:xfrm>
            <a:off x="1523880" y="3049200"/>
            <a:ext cx="184320" cy="369000"/>
          </a:xfrm>
          <a:prstGeom prst="rect">
            <a:avLst/>
          </a:prstGeom>
          <a:noFill/>
          <a:ln w="0">
            <a:noFill/>
          </a:ln>
        </p:spPr>
        <p:style>
          <a:lnRef idx="0"/>
          <a:fillRef idx="0"/>
          <a:effectRef idx="0"/>
          <a:fontRef idx="minor"/>
        </p:style>
      </p:sp>
      <p:sp>
        <p:nvSpPr>
          <p:cNvPr id="311" name="Rectangle 6"/>
          <p:cNvSpPr/>
          <p:nvPr/>
        </p:nvSpPr>
        <p:spPr>
          <a:xfrm>
            <a:off x="1523880" y="-184680"/>
            <a:ext cx="184320" cy="369000"/>
          </a:xfrm>
          <a:prstGeom prst="rect">
            <a:avLst/>
          </a:prstGeom>
          <a:noFill/>
          <a:ln w="0">
            <a:noFill/>
          </a:ln>
        </p:spPr>
        <p:style>
          <a:lnRef idx="0"/>
          <a:fillRef idx="0"/>
          <a:effectRef idx="0"/>
          <a:fontRef idx="minor"/>
        </p:style>
      </p:sp>
      <p:sp>
        <p:nvSpPr>
          <p:cNvPr id="312" name="Rectangle 7"/>
          <p:cNvSpPr/>
          <p:nvPr/>
        </p:nvSpPr>
        <p:spPr>
          <a:xfrm>
            <a:off x="1523880" y="3001320"/>
            <a:ext cx="184320" cy="369000"/>
          </a:xfrm>
          <a:prstGeom prst="rect">
            <a:avLst/>
          </a:prstGeom>
          <a:noFill/>
          <a:ln w="0">
            <a:noFill/>
          </a:ln>
        </p:spPr>
        <p:style>
          <a:lnRef idx="0"/>
          <a:fillRef idx="0"/>
          <a:effectRef idx="0"/>
          <a:fontRef idx="minor"/>
        </p:style>
      </p:sp>
      <p:sp>
        <p:nvSpPr>
          <p:cNvPr id="313" name="Rectangle 8"/>
          <p:cNvSpPr/>
          <p:nvPr/>
        </p:nvSpPr>
        <p:spPr>
          <a:xfrm>
            <a:off x="1523880" y="3049200"/>
            <a:ext cx="184320" cy="369000"/>
          </a:xfrm>
          <a:prstGeom prst="rect">
            <a:avLst/>
          </a:prstGeom>
          <a:noFill/>
          <a:ln w="0">
            <a:noFill/>
          </a:ln>
        </p:spPr>
        <p:style>
          <a:lnRef idx="0"/>
          <a:fillRef idx="0"/>
          <a:effectRef idx="0"/>
          <a:fontRef idx="minor"/>
        </p:style>
      </p:sp>
      <p:sp>
        <p:nvSpPr>
          <p:cNvPr id="314" name="Rectangle 9"/>
          <p:cNvSpPr/>
          <p:nvPr/>
        </p:nvSpPr>
        <p:spPr>
          <a:xfrm>
            <a:off x="1523880" y="3049200"/>
            <a:ext cx="184320" cy="369000"/>
          </a:xfrm>
          <a:prstGeom prst="rect">
            <a:avLst/>
          </a:prstGeom>
          <a:noFill/>
          <a:ln w="0">
            <a:noFill/>
          </a:ln>
        </p:spPr>
        <p:style>
          <a:lnRef idx="0"/>
          <a:fillRef idx="0"/>
          <a:effectRef idx="0"/>
          <a:fontRef idx="minor"/>
        </p:style>
      </p:sp>
      <p:sp>
        <p:nvSpPr>
          <p:cNvPr id="315" name="Rectangle 10"/>
          <p:cNvSpPr/>
          <p:nvPr/>
        </p:nvSpPr>
        <p:spPr>
          <a:xfrm>
            <a:off x="1523880" y="3049200"/>
            <a:ext cx="184320" cy="369000"/>
          </a:xfrm>
          <a:prstGeom prst="rect">
            <a:avLst/>
          </a:prstGeom>
          <a:noFill/>
          <a:ln w="0">
            <a:noFill/>
          </a:ln>
        </p:spPr>
        <p:style>
          <a:lnRef idx="0"/>
          <a:fillRef idx="0"/>
          <a:effectRef idx="0"/>
          <a:fontRef idx="minor"/>
        </p:style>
      </p:sp>
      <p:sp>
        <p:nvSpPr>
          <p:cNvPr id="316" name="Rectangle 11"/>
          <p:cNvSpPr/>
          <p:nvPr/>
        </p:nvSpPr>
        <p:spPr>
          <a:xfrm>
            <a:off x="1523880" y="3028320"/>
            <a:ext cx="184320" cy="369000"/>
          </a:xfrm>
          <a:prstGeom prst="rect">
            <a:avLst/>
          </a:prstGeom>
          <a:noFill/>
          <a:ln w="0">
            <a:noFill/>
          </a:ln>
        </p:spPr>
        <p:style>
          <a:lnRef idx="0"/>
          <a:fillRef idx="0"/>
          <a:effectRef idx="0"/>
          <a:fontRef idx="minor"/>
        </p:style>
      </p:sp>
      <p:sp>
        <p:nvSpPr>
          <p:cNvPr id="317" name="Rectangle 12"/>
          <p:cNvSpPr/>
          <p:nvPr/>
        </p:nvSpPr>
        <p:spPr>
          <a:xfrm>
            <a:off x="1523880" y="3028320"/>
            <a:ext cx="184320" cy="369000"/>
          </a:xfrm>
          <a:prstGeom prst="rect">
            <a:avLst/>
          </a:prstGeom>
          <a:noFill/>
          <a:ln w="0">
            <a:noFill/>
          </a:ln>
        </p:spPr>
        <p:style>
          <a:lnRef idx="0"/>
          <a:fillRef idx="0"/>
          <a:effectRef idx="0"/>
          <a:fontRef idx="minor"/>
        </p:style>
      </p:sp>
      <p:sp>
        <p:nvSpPr>
          <p:cNvPr id="318" name="Rectangle 13"/>
          <p:cNvSpPr/>
          <p:nvPr/>
        </p:nvSpPr>
        <p:spPr>
          <a:xfrm>
            <a:off x="1523880" y="3028320"/>
            <a:ext cx="184320" cy="369000"/>
          </a:xfrm>
          <a:prstGeom prst="rect">
            <a:avLst/>
          </a:prstGeom>
          <a:noFill/>
          <a:ln w="0">
            <a:noFill/>
          </a:ln>
        </p:spPr>
        <p:style>
          <a:lnRef idx="0"/>
          <a:fillRef idx="0"/>
          <a:effectRef idx="0"/>
          <a:fontRef idx="minor"/>
        </p:style>
      </p:sp>
      <p:pic>
        <p:nvPicPr>
          <p:cNvPr id="319" name="Picture 14" descr=""/>
          <p:cNvPicPr/>
          <p:nvPr/>
        </p:nvPicPr>
        <p:blipFill>
          <a:blip r:embed="rId1"/>
          <a:stretch/>
        </p:blipFill>
        <p:spPr>
          <a:xfrm>
            <a:off x="1385280" y="1373040"/>
            <a:ext cx="3444480" cy="2096640"/>
          </a:xfrm>
          <a:prstGeom prst="rect">
            <a:avLst/>
          </a:prstGeom>
          <a:ln w="0">
            <a:noFill/>
          </a:ln>
        </p:spPr>
      </p:pic>
      <p:sp>
        <p:nvSpPr>
          <p:cNvPr id="320" name="Rectangle 16"/>
          <p:cNvSpPr/>
          <p:nvPr/>
        </p:nvSpPr>
        <p:spPr>
          <a:xfrm>
            <a:off x="3576600" y="4076640"/>
            <a:ext cx="4750920" cy="431280"/>
          </a:xfrm>
          <a:prstGeom prst="rect">
            <a:avLst/>
          </a:prstGeom>
          <a:noFill/>
          <a:ln w="0">
            <a:noFill/>
          </a:ln>
        </p:spPr>
        <p:style>
          <a:lnRef idx="0"/>
          <a:fillRef idx="0"/>
          <a:effectRef idx="0"/>
          <a:fontRef idx="minor"/>
        </p:style>
        <p:txBody>
          <a:bodyPr lIns="90000" rIns="90000" tIns="45000" bIns="45000" anchor="t">
            <a:noAutofit/>
          </a:bodyPr>
          <a:p>
            <a:pPr marL="343080" indent="-343080">
              <a:lnSpc>
                <a:spcPct val="90000"/>
              </a:lnSpc>
              <a:spcBef>
                <a:spcPts val="400"/>
              </a:spcBef>
              <a:buNone/>
              <a:tabLst>
                <a:tab algn="l" pos="0"/>
              </a:tabLst>
            </a:pPr>
            <a:r>
              <a:rPr b="0" lang="ru-RU" sz="2000" spc="-1" strike="noStrike">
                <a:solidFill>
                  <a:srgbClr val="ffffff"/>
                </a:solidFill>
                <a:latin typeface="Arial"/>
                <a:ea typeface="Arial"/>
              </a:rPr>
              <a:t>КПД системы</a:t>
            </a:r>
            <a:endParaRPr b="0" lang="ru-RU" sz="2000" spc="-1" strike="noStrike">
              <a:latin typeface="Arial"/>
            </a:endParaRPr>
          </a:p>
        </p:txBody>
      </p:sp>
      <p:sp>
        <p:nvSpPr>
          <p:cNvPr id="321" name="Rectangle 18"/>
          <p:cNvSpPr/>
          <p:nvPr/>
        </p:nvSpPr>
        <p:spPr>
          <a:xfrm>
            <a:off x="959760" y="4024800"/>
            <a:ext cx="9579600" cy="1064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3200" spc="-1" strike="noStrike">
                <a:solidFill>
                  <a:srgbClr val="352379"/>
                </a:solidFill>
                <a:latin typeface="Times New Roman"/>
                <a:ea typeface="Arial"/>
              </a:rPr>
              <a:t>Соотношением </a:t>
            </a:r>
            <a:r>
              <a:rPr b="0" i="1" lang="ru-RU" sz="3200" spc="-1" strike="noStrike">
                <a:solidFill>
                  <a:srgbClr val="352379"/>
                </a:solidFill>
                <a:latin typeface="Times New Roman"/>
                <a:ea typeface="Arial"/>
              </a:rPr>
              <a:t>R</a:t>
            </a:r>
            <a:r>
              <a:rPr b="0" lang="ru-RU" sz="3200" spc="-1" strike="noStrike">
                <a:solidFill>
                  <a:srgbClr val="352379"/>
                </a:solidFill>
                <a:latin typeface="Times New Roman"/>
                <a:ea typeface="Arial"/>
              </a:rPr>
              <a:t>н и </a:t>
            </a:r>
            <a:r>
              <a:rPr b="0" i="1" lang="ru-RU" sz="3200" spc="-1" strike="noStrike">
                <a:solidFill>
                  <a:srgbClr val="352379"/>
                </a:solidFill>
                <a:latin typeface="Times New Roman"/>
                <a:ea typeface="Arial"/>
              </a:rPr>
              <a:t>R</a:t>
            </a:r>
            <a:r>
              <a:rPr b="0" lang="ru-RU" sz="3200" spc="-1" strike="noStrike">
                <a:solidFill>
                  <a:srgbClr val="352379"/>
                </a:solidFill>
                <a:latin typeface="Times New Roman"/>
                <a:ea typeface="Arial"/>
              </a:rPr>
              <a:t>вн</a:t>
            </a:r>
            <a:r>
              <a:rPr b="0" i="1" lang="ru-RU" sz="3200" spc="-1" strike="noStrike">
                <a:solidFill>
                  <a:srgbClr val="352379"/>
                </a:solidFill>
                <a:latin typeface="Times New Roman"/>
                <a:ea typeface="Arial"/>
              </a:rPr>
              <a:t> </a:t>
            </a:r>
            <a:r>
              <a:rPr b="0" lang="ru-RU" sz="3200" spc="-1" strike="noStrike">
                <a:solidFill>
                  <a:srgbClr val="352379"/>
                </a:solidFill>
                <a:latin typeface="Times New Roman"/>
                <a:ea typeface="Arial"/>
              </a:rPr>
              <a:t>определяется режим работы </a:t>
            </a:r>
            <a:endParaRPr b="0" lang="ru-RU" sz="3200" spc="-1" strike="noStrike">
              <a:latin typeface="Arial"/>
            </a:endParaRPr>
          </a:p>
          <a:p>
            <a:pPr>
              <a:lnSpc>
                <a:spcPct val="100000"/>
              </a:lnSpc>
              <a:buNone/>
            </a:pPr>
            <a:r>
              <a:rPr b="0" lang="ru-RU" sz="3200" spc="-1" strike="noStrike">
                <a:solidFill>
                  <a:srgbClr val="352379"/>
                </a:solidFill>
                <a:latin typeface="Times New Roman"/>
                <a:ea typeface="Arial"/>
              </a:rPr>
              <a:t>источника электроэнергии.</a:t>
            </a:r>
            <a:endParaRPr b="0" lang="ru-RU" sz="3200" spc="-1" strike="noStrike">
              <a:latin typeface="Arial"/>
            </a:endParaRPr>
          </a:p>
        </p:txBody>
      </p:sp>
      <p:pic>
        <p:nvPicPr>
          <p:cNvPr id="322" name="Picture 19" descr=""/>
          <p:cNvPicPr/>
          <p:nvPr/>
        </p:nvPicPr>
        <p:blipFill>
          <a:blip r:embed="rId2"/>
          <a:stretch/>
        </p:blipFill>
        <p:spPr>
          <a:xfrm>
            <a:off x="5314680" y="1866960"/>
            <a:ext cx="5207760" cy="134496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sldNum" idx="21"/>
          </p:nvPr>
        </p:nvSpPr>
        <p:spPr>
          <a:xfrm>
            <a:off x="8969400" y="6350760"/>
            <a:ext cx="2857320" cy="364680"/>
          </a:xfrm>
          <a:prstGeom prst="rect">
            <a:avLst/>
          </a:prstGeom>
          <a:noFill/>
          <a:ln w="0">
            <a:noFill/>
          </a:ln>
        </p:spPr>
        <p:txBody>
          <a:bodyPr anchor="ctr">
            <a:noAutofit/>
          </a:bodyPr>
          <a:lstStyle>
            <a:lvl1pPr algn="r">
              <a:lnSpc>
                <a:spcPct val="100000"/>
              </a:lnSpc>
              <a:buNone/>
              <a:defRPr b="1" lang="ru-RU" sz="1200" spc="-1" strike="noStrike">
                <a:solidFill>
                  <a:srgbClr val="908da8"/>
                </a:solidFill>
                <a:latin typeface="Arial Black"/>
                <a:ea typeface="Arial"/>
              </a:defRPr>
            </a:lvl1pPr>
          </a:lstStyle>
          <a:p>
            <a:pPr algn="r">
              <a:lnSpc>
                <a:spcPct val="100000"/>
              </a:lnSpc>
              <a:buNone/>
            </a:pPr>
            <a:fld id="{0BAE63B3-9ADC-46E9-9588-9F474CDB20FC}" type="slidenum">
              <a:rPr b="1" lang="ru-RU" sz="1200" spc="-1" strike="noStrike">
                <a:solidFill>
                  <a:srgbClr val="908da8"/>
                </a:solidFill>
                <a:latin typeface="Arial Black"/>
                <a:ea typeface="Arial"/>
              </a:rPr>
              <a:t>1</a:t>
            </a:fld>
            <a:endParaRPr b="0" lang="ru-RU" sz="1200" spc="-1" strike="noStrike">
              <a:latin typeface="Times New Roman"/>
            </a:endParaRPr>
          </a:p>
        </p:txBody>
      </p:sp>
      <p:sp>
        <p:nvSpPr>
          <p:cNvPr id="324" name="PlaceHolder 2"/>
          <p:cNvSpPr>
            <a:spLocks noGrp="1"/>
          </p:cNvSpPr>
          <p:nvPr>
            <p:ph type="title"/>
          </p:nvPr>
        </p:nvSpPr>
        <p:spPr>
          <a:xfrm>
            <a:off x="1980360" y="0"/>
            <a:ext cx="8229240" cy="810720"/>
          </a:xfrm>
          <a:prstGeom prst="rect">
            <a:avLst/>
          </a:prstGeom>
          <a:noFill/>
          <a:ln w="0">
            <a:noFill/>
          </a:ln>
        </p:spPr>
        <p:txBody>
          <a:bodyPr anchor="t">
            <a:noAutofit/>
          </a:bodyPr>
          <a:p>
            <a:pPr algn="ctr">
              <a:lnSpc>
                <a:spcPct val="100000"/>
              </a:lnSpc>
              <a:buNone/>
            </a:pPr>
            <a:r>
              <a:rPr b="0" lang="ru-RU" sz="3600" spc="-1" strike="noStrike">
                <a:solidFill>
                  <a:srgbClr val="ffffff"/>
                </a:solidFill>
                <a:latin typeface="Montserrat SemiBold"/>
                <a:ea typeface="Arial"/>
              </a:rPr>
              <a:t>Электрические цепи</a:t>
            </a:r>
            <a:r>
              <a:rPr b="0" lang="en-US" sz="3600" spc="-1" strike="noStrike">
                <a:solidFill>
                  <a:srgbClr val="ffffff"/>
                </a:solidFill>
                <a:latin typeface="Montserrat SemiBold"/>
                <a:ea typeface="Arial"/>
              </a:rPr>
              <a:t> </a:t>
            </a:r>
            <a:r>
              <a:rPr b="0" lang="ru-RU" sz="3600" spc="-1" strike="noStrike">
                <a:solidFill>
                  <a:srgbClr val="ffffff"/>
                </a:solidFill>
                <a:latin typeface="Montserrat SemiBold"/>
                <a:ea typeface="Arial"/>
              </a:rPr>
              <a:t>постоянного тока</a:t>
            </a:r>
            <a:endParaRPr b="0" lang="ru-RU" sz="3600" spc="-1" strike="noStrike">
              <a:solidFill>
                <a:srgbClr val="352379"/>
              </a:solidFill>
              <a:latin typeface="Montserrat"/>
            </a:endParaRPr>
          </a:p>
        </p:txBody>
      </p:sp>
      <p:sp>
        <p:nvSpPr>
          <p:cNvPr id="325" name="PlaceHolder 3"/>
          <p:cNvSpPr>
            <a:spLocks noGrp="1"/>
          </p:cNvSpPr>
          <p:nvPr>
            <p:ph/>
          </p:nvPr>
        </p:nvSpPr>
        <p:spPr>
          <a:xfrm>
            <a:off x="3648240" y="1052640"/>
            <a:ext cx="5400360" cy="431280"/>
          </a:xfrm>
          <a:prstGeom prst="rect">
            <a:avLst/>
          </a:prstGeom>
          <a:noFill/>
          <a:ln w="0">
            <a:noFill/>
          </a:ln>
        </p:spPr>
        <p:txBody>
          <a:bodyPr anchor="t">
            <a:noAutofit/>
          </a:bodyPr>
          <a:p>
            <a:pPr>
              <a:lnSpc>
                <a:spcPct val="90000"/>
              </a:lnSpc>
              <a:spcBef>
                <a:spcPts val="1001"/>
              </a:spcBef>
              <a:buNone/>
              <a:tabLst>
                <a:tab algn="l" pos="0"/>
              </a:tabLst>
            </a:pPr>
            <a:r>
              <a:rPr b="0" lang="ru-RU" sz="2000" spc="-1" strike="noStrike">
                <a:solidFill>
                  <a:srgbClr val="ffffff"/>
                </a:solidFill>
                <a:latin typeface="Montserrat"/>
                <a:ea typeface="Arial"/>
              </a:rPr>
              <a:t>Режимы работы электрической цепи</a:t>
            </a:r>
            <a:endParaRPr b="0" lang="ru-RU" sz="2000" spc="-1" strike="noStrike">
              <a:solidFill>
                <a:srgbClr val="352379"/>
              </a:solidFill>
              <a:latin typeface="Montserrat"/>
            </a:endParaRPr>
          </a:p>
        </p:txBody>
      </p:sp>
      <p:sp>
        <p:nvSpPr>
          <p:cNvPr id="326" name="Rectangle 4"/>
          <p:cNvSpPr/>
          <p:nvPr/>
        </p:nvSpPr>
        <p:spPr>
          <a:xfrm>
            <a:off x="1523880" y="3034800"/>
            <a:ext cx="184320" cy="369000"/>
          </a:xfrm>
          <a:prstGeom prst="rect">
            <a:avLst/>
          </a:prstGeom>
          <a:noFill/>
          <a:ln w="0">
            <a:noFill/>
          </a:ln>
        </p:spPr>
        <p:style>
          <a:lnRef idx="0"/>
          <a:fillRef idx="0"/>
          <a:effectRef idx="0"/>
          <a:fontRef idx="minor"/>
        </p:style>
      </p:sp>
      <p:sp>
        <p:nvSpPr>
          <p:cNvPr id="327" name="Rectangle 5"/>
          <p:cNvSpPr/>
          <p:nvPr/>
        </p:nvSpPr>
        <p:spPr>
          <a:xfrm>
            <a:off x="1523880" y="3049200"/>
            <a:ext cx="184320" cy="369000"/>
          </a:xfrm>
          <a:prstGeom prst="rect">
            <a:avLst/>
          </a:prstGeom>
          <a:noFill/>
          <a:ln w="0">
            <a:noFill/>
          </a:ln>
        </p:spPr>
        <p:style>
          <a:lnRef idx="0"/>
          <a:fillRef idx="0"/>
          <a:effectRef idx="0"/>
          <a:fontRef idx="minor"/>
        </p:style>
      </p:sp>
      <p:sp>
        <p:nvSpPr>
          <p:cNvPr id="328" name="Rectangle 6"/>
          <p:cNvSpPr/>
          <p:nvPr/>
        </p:nvSpPr>
        <p:spPr>
          <a:xfrm>
            <a:off x="1523880" y="-184680"/>
            <a:ext cx="184320" cy="369000"/>
          </a:xfrm>
          <a:prstGeom prst="rect">
            <a:avLst/>
          </a:prstGeom>
          <a:noFill/>
          <a:ln w="0">
            <a:noFill/>
          </a:ln>
        </p:spPr>
        <p:style>
          <a:lnRef idx="0"/>
          <a:fillRef idx="0"/>
          <a:effectRef idx="0"/>
          <a:fontRef idx="minor"/>
        </p:style>
      </p:sp>
      <p:sp>
        <p:nvSpPr>
          <p:cNvPr id="329" name="Rectangle 7"/>
          <p:cNvSpPr/>
          <p:nvPr/>
        </p:nvSpPr>
        <p:spPr>
          <a:xfrm>
            <a:off x="1523880" y="3001320"/>
            <a:ext cx="184320" cy="369000"/>
          </a:xfrm>
          <a:prstGeom prst="rect">
            <a:avLst/>
          </a:prstGeom>
          <a:noFill/>
          <a:ln w="0">
            <a:noFill/>
          </a:ln>
        </p:spPr>
        <p:style>
          <a:lnRef idx="0"/>
          <a:fillRef idx="0"/>
          <a:effectRef idx="0"/>
          <a:fontRef idx="minor"/>
        </p:style>
      </p:sp>
      <p:sp>
        <p:nvSpPr>
          <p:cNvPr id="330" name="Rectangle 8"/>
          <p:cNvSpPr/>
          <p:nvPr/>
        </p:nvSpPr>
        <p:spPr>
          <a:xfrm>
            <a:off x="1523880" y="3049200"/>
            <a:ext cx="184320" cy="369000"/>
          </a:xfrm>
          <a:prstGeom prst="rect">
            <a:avLst/>
          </a:prstGeom>
          <a:noFill/>
          <a:ln w="0">
            <a:noFill/>
          </a:ln>
        </p:spPr>
        <p:style>
          <a:lnRef idx="0"/>
          <a:fillRef idx="0"/>
          <a:effectRef idx="0"/>
          <a:fontRef idx="minor"/>
        </p:style>
      </p:sp>
      <p:sp>
        <p:nvSpPr>
          <p:cNvPr id="331" name="Rectangle 9"/>
          <p:cNvSpPr/>
          <p:nvPr/>
        </p:nvSpPr>
        <p:spPr>
          <a:xfrm>
            <a:off x="1523880" y="3049200"/>
            <a:ext cx="184320" cy="369000"/>
          </a:xfrm>
          <a:prstGeom prst="rect">
            <a:avLst/>
          </a:prstGeom>
          <a:noFill/>
          <a:ln w="0">
            <a:noFill/>
          </a:ln>
        </p:spPr>
        <p:style>
          <a:lnRef idx="0"/>
          <a:fillRef idx="0"/>
          <a:effectRef idx="0"/>
          <a:fontRef idx="minor"/>
        </p:style>
      </p:sp>
      <p:sp>
        <p:nvSpPr>
          <p:cNvPr id="332" name="Rectangle 10"/>
          <p:cNvSpPr/>
          <p:nvPr/>
        </p:nvSpPr>
        <p:spPr>
          <a:xfrm>
            <a:off x="1523880" y="3049200"/>
            <a:ext cx="184320" cy="369000"/>
          </a:xfrm>
          <a:prstGeom prst="rect">
            <a:avLst/>
          </a:prstGeom>
          <a:noFill/>
          <a:ln w="0">
            <a:noFill/>
          </a:ln>
        </p:spPr>
        <p:style>
          <a:lnRef idx="0"/>
          <a:fillRef idx="0"/>
          <a:effectRef idx="0"/>
          <a:fontRef idx="minor"/>
        </p:style>
      </p:sp>
      <p:sp>
        <p:nvSpPr>
          <p:cNvPr id="333" name="Rectangle 11"/>
          <p:cNvSpPr/>
          <p:nvPr/>
        </p:nvSpPr>
        <p:spPr>
          <a:xfrm>
            <a:off x="1523880" y="3028320"/>
            <a:ext cx="184320" cy="369000"/>
          </a:xfrm>
          <a:prstGeom prst="rect">
            <a:avLst/>
          </a:prstGeom>
          <a:noFill/>
          <a:ln w="0">
            <a:noFill/>
          </a:ln>
        </p:spPr>
        <p:style>
          <a:lnRef idx="0"/>
          <a:fillRef idx="0"/>
          <a:effectRef idx="0"/>
          <a:fontRef idx="minor"/>
        </p:style>
      </p:sp>
      <p:sp>
        <p:nvSpPr>
          <p:cNvPr id="334" name="Rectangle 12"/>
          <p:cNvSpPr/>
          <p:nvPr/>
        </p:nvSpPr>
        <p:spPr>
          <a:xfrm>
            <a:off x="1523880" y="3028320"/>
            <a:ext cx="184320" cy="369000"/>
          </a:xfrm>
          <a:prstGeom prst="rect">
            <a:avLst/>
          </a:prstGeom>
          <a:noFill/>
          <a:ln w="0">
            <a:noFill/>
          </a:ln>
        </p:spPr>
        <p:style>
          <a:lnRef idx="0"/>
          <a:fillRef idx="0"/>
          <a:effectRef idx="0"/>
          <a:fontRef idx="minor"/>
        </p:style>
      </p:sp>
      <p:sp>
        <p:nvSpPr>
          <p:cNvPr id="335" name="Rectangle 13"/>
          <p:cNvSpPr/>
          <p:nvPr/>
        </p:nvSpPr>
        <p:spPr>
          <a:xfrm>
            <a:off x="1523880" y="3028320"/>
            <a:ext cx="184320" cy="369000"/>
          </a:xfrm>
          <a:prstGeom prst="rect">
            <a:avLst/>
          </a:prstGeom>
          <a:noFill/>
          <a:ln w="0">
            <a:noFill/>
          </a:ln>
        </p:spPr>
        <p:style>
          <a:lnRef idx="0"/>
          <a:fillRef idx="0"/>
          <a:effectRef idx="0"/>
          <a:fontRef idx="minor"/>
        </p:style>
      </p:sp>
      <p:sp>
        <p:nvSpPr>
          <p:cNvPr id="336" name="Rectangle 18"/>
          <p:cNvSpPr/>
          <p:nvPr/>
        </p:nvSpPr>
        <p:spPr>
          <a:xfrm>
            <a:off x="851400" y="890640"/>
            <a:ext cx="10734480" cy="5392080"/>
          </a:xfrm>
          <a:prstGeom prst="rect">
            <a:avLst/>
          </a:prstGeom>
          <a:noFill/>
          <a:ln w="0">
            <a:noFill/>
          </a:ln>
        </p:spPr>
        <p:style>
          <a:lnRef idx="0"/>
          <a:fillRef idx="0"/>
          <a:effectRef idx="0"/>
          <a:fontRef idx="minor"/>
        </p:style>
        <p:txBody>
          <a:bodyPr lIns="90000" rIns="90000" tIns="45000" bIns="45000" anchor="t">
            <a:spAutoFit/>
          </a:bodyPr>
          <a:p>
            <a:pPr marL="514440" indent="-514440">
              <a:lnSpc>
                <a:spcPct val="100000"/>
              </a:lnSpc>
              <a:buClr>
                <a:srgbClr val="0000cc"/>
              </a:buClr>
              <a:buFont typeface="Wingdings" charset="2"/>
              <a:buAutoNum type="arabicPeriod"/>
            </a:pPr>
            <a:r>
              <a:rPr b="0" i="1" lang="ru-RU" sz="2800" spc="-1" strike="noStrike">
                <a:solidFill>
                  <a:srgbClr val="0000cc"/>
                </a:solidFill>
                <a:latin typeface="Times New Roman"/>
                <a:ea typeface="Arial"/>
              </a:rPr>
              <a:t>R</a:t>
            </a:r>
            <a:r>
              <a:rPr b="0" lang="ru-RU" sz="2800" spc="-1" strike="noStrike">
                <a:solidFill>
                  <a:srgbClr val="0000cc"/>
                </a:solidFill>
                <a:latin typeface="Times New Roman"/>
                <a:ea typeface="Arial"/>
              </a:rPr>
              <a:t>н</a:t>
            </a:r>
            <a:r>
              <a:rPr b="0" i="1" lang="ru-RU" sz="2800" spc="-1" strike="noStrike">
                <a:solidFill>
                  <a:srgbClr val="0000cc"/>
                </a:solidFill>
                <a:latin typeface="Times New Roman"/>
                <a:ea typeface="Arial"/>
              </a:rPr>
              <a:t> </a:t>
            </a:r>
            <a:r>
              <a:rPr b="0" i="1" lang="en-US" sz="2800" spc="-1" strike="noStrike">
                <a:solidFill>
                  <a:srgbClr val="0000cc"/>
                </a:solidFill>
                <a:latin typeface="Times New Roman"/>
                <a:ea typeface="Arial"/>
              </a:rPr>
              <a:t>&gt;&gt;</a:t>
            </a:r>
            <a:r>
              <a:rPr b="0" i="1" lang="ru-RU" sz="2800" spc="-1" strike="noStrike">
                <a:solidFill>
                  <a:srgbClr val="0000cc"/>
                </a:solidFill>
                <a:latin typeface="Times New Roman"/>
                <a:ea typeface="Arial"/>
              </a:rPr>
              <a:t>R</a:t>
            </a:r>
            <a:r>
              <a:rPr b="0" lang="ru-RU" sz="2800" spc="-1" strike="noStrike">
                <a:solidFill>
                  <a:srgbClr val="0000cc"/>
                </a:solidFill>
                <a:latin typeface="Times New Roman"/>
                <a:ea typeface="Arial"/>
              </a:rPr>
              <a:t>вн.</a:t>
            </a:r>
            <a:r>
              <a:rPr b="0" lang="ru-RU" sz="2800" spc="-1" strike="noStrike">
                <a:solidFill>
                  <a:srgbClr val="352379"/>
                </a:solidFill>
                <a:latin typeface="Times New Roman"/>
                <a:ea typeface="Arial"/>
              </a:rPr>
              <a:t> Тогда </a:t>
            </a:r>
            <a:r>
              <a:rPr b="0" i="1" lang="ru-RU" sz="2800" spc="-1" strike="noStrike">
                <a:solidFill>
                  <a:srgbClr val="c00000"/>
                </a:solidFill>
                <a:latin typeface="Symbol"/>
                <a:ea typeface="Arial"/>
              </a:rPr>
              <a:t></a:t>
            </a:r>
            <a:r>
              <a:rPr b="0" i="1" lang="ru-RU" sz="2800" spc="-1" strike="noStrike">
                <a:solidFill>
                  <a:srgbClr val="c00000"/>
                </a:solidFill>
                <a:latin typeface="Times New Roman"/>
                <a:ea typeface="Arial"/>
              </a:rPr>
              <a:t>1</a:t>
            </a:r>
            <a:r>
              <a:rPr b="0" lang="ru-RU" sz="2800" spc="-1" strike="noStrike">
                <a:solidFill>
                  <a:srgbClr val="352379"/>
                </a:solidFill>
                <a:latin typeface="Times New Roman"/>
                <a:ea typeface="Arial"/>
              </a:rPr>
              <a:t>. </a:t>
            </a:r>
            <a:endParaRPr b="0" lang="ru-RU" sz="2800" spc="-1" strike="noStrike">
              <a:latin typeface="Arial"/>
            </a:endParaRPr>
          </a:p>
          <a:p>
            <a:pPr>
              <a:lnSpc>
                <a:spcPct val="100000"/>
              </a:lnSpc>
              <a:buNone/>
            </a:pPr>
            <a:r>
              <a:rPr b="0" lang="ru-RU" sz="4000" spc="-1" strike="noStrike">
                <a:solidFill>
                  <a:srgbClr val="352379"/>
                </a:solidFill>
                <a:latin typeface="Times New Roman"/>
                <a:ea typeface="Arial"/>
              </a:rPr>
              <a:t>Режим называется </a:t>
            </a:r>
            <a:r>
              <a:rPr b="0" i="1" lang="ru-RU" sz="4000" spc="-1" strike="noStrike">
                <a:solidFill>
                  <a:srgbClr val="ff3300"/>
                </a:solidFill>
                <a:latin typeface="Times New Roman"/>
                <a:ea typeface="Arial"/>
              </a:rPr>
              <a:t>режимом холостого хода</a:t>
            </a:r>
            <a:r>
              <a:rPr b="0" lang="ru-RU" sz="4000" spc="-1" strike="noStrike">
                <a:solidFill>
                  <a:srgbClr val="352379"/>
                </a:solidFill>
                <a:latin typeface="Times New Roman"/>
                <a:ea typeface="Arial"/>
              </a:rPr>
              <a:t>.</a:t>
            </a:r>
            <a:endParaRPr b="0" lang="ru-RU" sz="4000" spc="-1" strike="noStrike">
              <a:latin typeface="Arial"/>
            </a:endParaRPr>
          </a:p>
          <a:p>
            <a:pPr>
              <a:lnSpc>
                <a:spcPct val="100000"/>
              </a:lnSpc>
              <a:buNone/>
            </a:pPr>
            <a:r>
              <a:rPr b="0" lang="ru-RU" sz="4000" spc="-1" strike="noStrike">
                <a:solidFill>
                  <a:srgbClr val="352379"/>
                </a:solidFill>
                <a:latin typeface="Times New Roman"/>
                <a:ea typeface="Arial"/>
              </a:rPr>
              <a:t>Увеличение </a:t>
            </a:r>
            <a:r>
              <a:rPr b="0" i="1" lang="ru-RU" sz="4000" spc="-1" strike="noStrike">
                <a:solidFill>
                  <a:srgbClr val="352379"/>
                </a:solidFill>
                <a:latin typeface="Times New Roman"/>
                <a:ea typeface="Arial"/>
              </a:rPr>
              <a:t>R</a:t>
            </a:r>
            <a:r>
              <a:rPr b="0" lang="ru-RU" sz="4000" spc="-1" strike="noStrike">
                <a:solidFill>
                  <a:srgbClr val="352379"/>
                </a:solidFill>
                <a:latin typeface="Times New Roman"/>
                <a:ea typeface="Arial"/>
              </a:rPr>
              <a:t>н</a:t>
            </a:r>
            <a:r>
              <a:rPr b="0" i="1" lang="ru-RU" sz="4000" spc="-1" strike="noStrike">
                <a:solidFill>
                  <a:srgbClr val="352379"/>
                </a:solidFill>
                <a:latin typeface="Times New Roman"/>
                <a:ea typeface="Arial"/>
              </a:rPr>
              <a:t> </a:t>
            </a:r>
            <a:r>
              <a:rPr b="0" lang="ru-RU" sz="4000" spc="-1" strike="noStrike">
                <a:solidFill>
                  <a:srgbClr val="352379"/>
                </a:solidFill>
                <a:latin typeface="Times New Roman"/>
                <a:ea typeface="Arial"/>
              </a:rPr>
              <a:t>влечёт за собой уменьшение тока. </a:t>
            </a:r>
            <a:endParaRPr b="0" lang="ru-RU" sz="4000" spc="-1" strike="noStrike">
              <a:latin typeface="Arial"/>
            </a:endParaRPr>
          </a:p>
          <a:p>
            <a:pPr>
              <a:lnSpc>
                <a:spcPct val="100000"/>
              </a:lnSpc>
              <a:buNone/>
            </a:pPr>
            <a:r>
              <a:rPr b="0" lang="ru-RU" sz="4000" spc="-1" strike="noStrike">
                <a:solidFill>
                  <a:srgbClr val="352379"/>
                </a:solidFill>
                <a:latin typeface="Times New Roman"/>
                <a:ea typeface="Arial"/>
              </a:rPr>
              <a:t>Ввиду малости </a:t>
            </a:r>
            <a:r>
              <a:rPr b="0" i="1" lang="ru-RU" sz="4000" spc="-1" strike="noStrike">
                <a:solidFill>
                  <a:srgbClr val="352379"/>
                </a:solidFill>
                <a:latin typeface="Times New Roman"/>
                <a:ea typeface="Arial"/>
              </a:rPr>
              <a:t>IR</a:t>
            </a:r>
            <a:r>
              <a:rPr b="0" lang="ru-RU" sz="4000" spc="-1" strike="noStrike">
                <a:solidFill>
                  <a:srgbClr val="352379"/>
                </a:solidFill>
                <a:latin typeface="Times New Roman"/>
                <a:ea typeface="Arial"/>
              </a:rPr>
              <a:t>вн</a:t>
            </a:r>
            <a:r>
              <a:rPr b="0" lang="en-US" sz="4000" spc="-1" strike="noStrike">
                <a:solidFill>
                  <a:srgbClr val="352379"/>
                </a:solidFill>
                <a:latin typeface="Times New Roman"/>
                <a:ea typeface="Arial"/>
              </a:rPr>
              <a:t> </a:t>
            </a:r>
            <a:r>
              <a:rPr b="0" lang="ru-RU" sz="4000" spc="-1" strike="noStrike">
                <a:solidFill>
                  <a:srgbClr val="352379"/>
                </a:solidFill>
                <a:latin typeface="Times New Roman"/>
                <a:ea typeface="Arial"/>
              </a:rPr>
              <a:t>по сравнению с </a:t>
            </a:r>
            <a:r>
              <a:rPr b="0" i="1" lang="ru-RU" sz="4000" spc="-1" strike="noStrike">
                <a:solidFill>
                  <a:srgbClr val="352379"/>
                </a:solidFill>
                <a:latin typeface="Times New Roman"/>
                <a:ea typeface="Arial"/>
              </a:rPr>
              <a:t>IR</a:t>
            </a:r>
            <a:r>
              <a:rPr b="0" lang="ru-RU" sz="4000" spc="-1" strike="noStrike">
                <a:solidFill>
                  <a:srgbClr val="ffffff"/>
                </a:solidFill>
                <a:latin typeface="Times New Roman"/>
                <a:ea typeface="Arial"/>
              </a:rPr>
              <a:t>н</a:t>
            </a:r>
            <a:r>
              <a:rPr b="0" i="1" lang="ru-RU" sz="4000" spc="-1" strike="noStrike">
                <a:solidFill>
                  <a:srgbClr val="352379"/>
                </a:solidFill>
                <a:latin typeface="Times New Roman"/>
                <a:ea typeface="Arial"/>
              </a:rPr>
              <a:t> </a:t>
            </a:r>
            <a:r>
              <a:rPr b="0" lang="ru-RU" sz="4000" spc="-1" strike="noStrike">
                <a:solidFill>
                  <a:srgbClr val="352379"/>
                </a:solidFill>
                <a:latin typeface="Times New Roman"/>
                <a:ea typeface="Arial"/>
              </a:rPr>
              <a:t>падением напряжения на внутреннем сопротивлении источника можно пренебречь; тогда </a:t>
            </a:r>
            <a:r>
              <a:rPr b="0" i="1" lang="ru-RU" sz="4000" spc="-1" strike="noStrike">
                <a:solidFill>
                  <a:srgbClr val="352379"/>
                </a:solidFill>
                <a:latin typeface="Times New Roman"/>
                <a:ea typeface="Arial"/>
              </a:rPr>
              <a:t>U </a:t>
            </a:r>
            <a:r>
              <a:rPr b="0" lang="ru-RU" sz="4000" spc="-1" strike="noStrike">
                <a:solidFill>
                  <a:srgbClr val="352379"/>
                </a:solidFill>
                <a:latin typeface="Symbol"/>
                <a:ea typeface="Arial"/>
              </a:rPr>
              <a:t></a:t>
            </a:r>
            <a:r>
              <a:rPr b="0" lang="ru-RU" sz="4000" spc="-1" strike="noStrike">
                <a:solidFill>
                  <a:srgbClr val="352379"/>
                </a:solidFill>
                <a:latin typeface="Times New Roman"/>
                <a:ea typeface="Arial"/>
              </a:rPr>
              <a:t> </a:t>
            </a:r>
            <a:r>
              <a:rPr b="0" i="1" lang="ru-RU" sz="4000" spc="-1" strike="noStrike">
                <a:solidFill>
                  <a:srgbClr val="352379"/>
                </a:solidFill>
                <a:latin typeface="Times New Roman"/>
                <a:ea typeface="Arial"/>
              </a:rPr>
              <a:t>E</a:t>
            </a:r>
            <a:r>
              <a:rPr b="0" lang="ru-RU" sz="4000" spc="-1" strike="noStrike">
                <a:solidFill>
                  <a:srgbClr val="352379"/>
                </a:solidFill>
                <a:latin typeface="Times New Roman"/>
                <a:ea typeface="Arial"/>
              </a:rPr>
              <a:t>, и источник можно рассматривать как </a:t>
            </a:r>
            <a:r>
              <a:rPr b="0" i="1" lang="ru-RU" sz="4000" spc="-1" strike="noStrike">
                <a:solidFill>
                  <a:srgbClr val="ff3300"/>
                </a:solidFill>
                <a:latin typeface="Times New Roman"/>
                <a:ea typeface="Arial"/>
              </a:rPr>
              <a:t>идеальный источник </a:t>
            </a:r>
            <a:r>
              <a:rPr b="0" lang="ru-RU" sz="4000" spc="-1" strike="noStrike">
                <a:solidFill>
                  <a:srgbClr val="ff3300"/>
                </a:solidFill>
                <a:latin typeface="Times New Roman"/>
                <a:ea typeface="Arial"/>
              </a:rPr>
              <a:t>ЭДС</a:t>
            </a:r>
            <a:r>
              <a:rPr b="0" lang="ru-RU" sz="4000" spc="-1" strike="noStrike">
                <a:solidFill>
                  <a:srgbClr val="352379"/>
                </a:solidFill>
                <a:latin typeface="Times New Roman"/>
                <a:ea typeface="Arial"/>
              </a:rPr>
              <a:t>.</a:t>
            </a:r>
            <a:endParaRPr b="0" lang="ru-RU" sz="4000" spc="-1" strike="noStrike">
              <a:latin typeface="Arial"/>
            </a:endParaRPr>
          </a:p>
        </p:txBody>
      </p:sp>
    </p:spTree>
  </p:cSld>
  <mc:AlternateContent>
    <mc:Choice Requires="p14">
      <p:transition spd="slow" p14:dur="2000"/>
    </mc:Choice>
    <mc:Fallback>
      <p:transition spd="slow"/>
    </mc:Fallback>
  </mc:AlternateContent>
  <p:timing>
    <p:tnLst>
      <p:par>
        <p:cTn id="41" dur="indefinite" restart="never" nodeType="tmRoot">
          <p:childTnLst>
            <p:seq>
              <p:cTn id="42" dur="indefinite" nodeType="mainSeq">
                <p:childTnLst>
                  <p:par>
                    <p:cTn id="43" nodeType="clickEffect" fill="hold">
                      <p:stCondLst>
                        <p:cond delay="indefinite"/>
                      </p:stCondLst>
                      <p:childTnLst>
                        <p:par>
                          <p:cTn id="44" nodeType="withEffect" fill="hold">
                            <p:stCondLst>
                              <p:cond delay="0"/>
                            </p:stCondLst>
                            <p:childTnLst>
                              <p:par>
                                <p:cTn id="45" nodeType="clickEffect" fill="hold" presetClass="entr" presetID="2" presetSubtype="4">
                                  <p:stCondLst>
                                    <p:cond delay="0"/>
                                  </p:stCondLst>
                                  <p:childTnLst>
                                    <p:set>
                                      <p:cBhvr>
                                        <p:cTn id="46" dur="1" fill="hold">
                                          <p:stCondLst>
                                            <p:cond delay="0"/>
                                          </p:stCondLst>
                                        </p:cTn>
                                        <p:tgtEl>
                                          <p:spTgt spid="336"/>
                                        </p:tgtEl>
                                        <p:attrNameLst>
                                          <p:attrName>style.visibility</p:attrName>
                                        </p:attrNameLst>
                                      </p:cBhvr>
                                      <p:to>
                                        <p:strVal val="visible"/>
                                      </p:to>
                                    </p:set>
                                    <p:anim calcmode="lin" valueType="num">
                                      <p:cBhvr additive="repl">
                                        <p:cTn id="47" dur="500" fill="hold"/>
                                        <p:tgtEl>
                                          <p:spTgt spid="336"/>
                                        </p:tgtEl>
                                        <p:attrNameLst>
                                          <p:attrName>ppt_x</p:attrName>
                                        </p:attrNameLst>
                                      </p:cBhvr>
                                      <p:tavLst>
                                        <p:tav tm="0">
                                          <p:val>
                                            <p:strVal val="#ppt_x"/>
                                          </p:val>
                                        </p:tav>
                                        <p:tav tm="100000">
                                          <p:val>
                                            <p:strVal val="#ppt_x"/>
                                          </p:val>
                                        </p:tav>
                                      </p:tavLst>
                                    </p:anim>
                                    <p:anim calcmode="lin" valueType="num">
                                      <p:cBhvr additive="repl">
                                        <p:cTn id="48" dur="500" fill="hold"/>
                                        <p:tgtEl>
                                          <p:spTgt spid="3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Num" idx="22"/>
          </p:nvPr>
        </p:nvSpPr>
        <p:spPr>
          <a:xfrm>
            <a:off x="8969400" y="6350760"/>
            <a:ext cx="2857320" cy="364680"/>
          </a:xfrm>
          <a:prstGeom prst="rect">
            <a:avLst/>
          </a:prstGeom>
          <a:noFill/>
          <a:ln w="0">
            <a:noFill/>
          </a:ln>
        </p:spPr>
        <p:txBody>
          <a:bodyPr anchor="ctr">
            <a:noAutofit/>
          </a:bodyPr>
          <a:lstStyle>
            <a:lvl1pPr algn="r">
              <a:lnSpc>
                <a:spcPct val="100000"/>
              </a:lnSpc>
              <a:buNone/>
              <a:defRPr b="1" lang="ru-RU" sz="1200" spc="-1" strike="noStrike">
                <a:solidFill>
                  <a:srgbClr val="908da8"/>
                </a:solidFill>
                <a:latin typeface="Arial Black"/>
                <a:ea typeface="Arial"/>
              </a:defRPr>
            </a:lvl1pPr>
          </a:lstStyle>
          <a:p>
            <a:pPr algn="r">
              <a:lnSpc>
                <a:spcPct val="100000"/>
              </a:lnSpc>
              <a:buNone/>
            </a:pPr>
            <a:fld id="{F7347D8A-3C05-4282-8C93-07697D00AB77}" type="slidenum">
              <a:rPr b="1" lang="ru-RU" sz="1200" spc="-1" strike="noStrike">
                <a:solidFill>
                  <a:srgbClr val="908da8"/>
                </a:solidFill>
                <a:latin typeface="Arial Black"/>
                <a:ea typeface="Arial"/>
              </a:rPr>
              <a:t>1</a:t>
            </a:fld>
            <a:endParaRPr b="0" lang="ru-RU" sz="1200" spc="-1" strike="noStrike">
              <a:latin typeface="Times New Roman"/>
            </a:endParaRPr>
          </a:p>
        </p:txBody>
      </p:sp>
      <p:sp>
        <p:nvSpPr>
          <p:cNvPr id="338" name="PlaceHolder 2"/>
          <p:cNvSpPr>
            <a:spLocks noGrp="1"/>
          </p:cNvSpPr>
          <p:nvPr>
            <p:ph type="title"/>
          </p:nvPr>
        </p:nvSpPr>
        <p:spPr>
          <a:xfrm>
            <a:off x="1898640" y="51480"/>
            <a:ext cx="8229240" cy="810720"/>
          </a:xfrm>
          <a:prstGeom prst="rect">
            <a:avLst/>
          </a:prstGeom>
          <a:noFill/>
          <a:ln w="0">
            <a:noFill/>
          </a:ln>
        </p:spPr>
        <p:txBody>
          <a:bodyPr anchor="t">
            <a:noAutofit/>
          </a:bodyPr>
          <a:p>
            <a:pPr algn="ctr">
              <a:lnSpc>
                <a:spcPct val="100000"/>
              </a:lnSpc>
              <a:buNone/>
            </a:pPr>
            <a:r>
              <a:rPr b="0" lang="ru-RU" sz="3600" spc="-1" strike="noStrike">
                <a:solidFill>
                  <a:srgbClr val="ffffff"/>
                </a:solidFill>
                <a:latin typeface="Montserrat SemiBold"/>
                <a:ea typeface="Arial"/>
              </a:rPr>
              <a:t>Электрические цепи</a:t>
            </a:r>
            <a:r>
              <a:rPr b="0" lang="en-US" sz="3600" spc="-1" strike="noStrike">
                <a:solidFill>
                  <a:srgbClr val="ffffff"/>
                </a:solidFill>
                <a:latin typeface="Montserrat SemiBold"/>
                <a:ea typeface="Arial"/>
              </a:rPr>
              <a:t> </a:t>
            </a:r>
            <a:r>
              <a:rPr b="0" lang="ru-RU" sz="3600" spc="-1" strike="noStrike">
                <a:solidFill>
                  <a:srgbClr val="ffffff"/>
                </a:solidFill>
                <a:latin typeface="Montserrat SemiBold"/>
                <a:ea typeface="Arial"/>
              </a:rPr>
              <a:t>постоянного тока</a:t>
            </a:r>
            <a:endParaRPr b="0" lang="ru-RU" sz="3600" spc="-1" strike="noStrike">
              <a:solidFill>
                <a:srgbClr val="352379"/>
              </a:solidFill>
              <a:latin typeface="Montserrat"/>
            </a:endParaRPr>
          </a:p>
        </p:txBody>
      </p:sp>
      <p:sp>
        <p:nvSpPr>
          <p:cNvPr id="339" name="PlaceHolder 3"/>
          <p:cNvSpPr>
            <a:spLocks noGrp="1"/>
          </p:cNvSpPr>
          <p:nvPr>
            <p:ph/>
          </p:nvPr>
        </p:nvSpPr>
        <p:spPr>
          <a:xfrm>
            <a:off x="3648240" y="1052640"/>
            <a:ext cx="5400360" cy="431280"/>
          </a:xfrm>
          <a:prstGeom prst="rect">
            <a:avLst/>
          </a:prstGeom>
          <a:noFill/>
          <a:ln w="0">
            <a:noFill/>
          </a:ln>
        </p:spPr>
        <p:txBody>
          <a:bodyPr anchor="t">
            <a:noAutofit/>
          </a:bodyPr>
          <a:p>
            <a:pPr>
              <a:lnSpc>
                <a:spcPct val="90000"/>
              </a:lnSpc>
              <a:spcBef>
                <a:spcPts val="1001"/>
              </a:spcBef>
              <a:buNone/>
              <a:tabLst>
                <a:tab algn="l" pos="0"/>
              </a:tabLst>
            </a:pPr>
            <a:r>
              <a:rPr b="0" lang="ru-RU" sz="2000" spc="-1" strike="noStrike">
                <a:solidFill>
                  <a:srgbClr val="ffffff"/>
                </a:solidFill>
                <a:latin typeface="Montserrat"/>
                <a:ea typeface="Arial"/>
              </a:rPr>
              <a:t>Режимы работы электрической цепи</a:t>
            </a:r>
            <a:endParaRPr b="0" lang="ru-RU" sz="2000" spc="-1" strike="noStrike">
              <a:solidFill>
                <a:srgbClr val="352379"/>
              </a:solidFill>
              <a:latin typeface="Montserrat"/>
            </a:endParaRPr>
          </a:p>
        </p:txBody>
      </p:sp>
      <p:sp>
        <p:nvSpPr>
          <p:cNvPr id="340" name="Rectangle 4"/>
          <p:cNvSpPr/>
          <p:nvPr/>
        </p:nvSpPr>
        <p:spPr>
          <a:xfrm>
            <a:off x="1523880" y="3034800"/>
            <a:ext cx="184320" cy="369000"/>
          </a:xfrm>
          <a:prstGeom prst="rect">
            <a:avLst/>
          </a:prstGeom>
          <a:noFill/>
          <a:ln w="0">
            <a:noFill/>
          </a:ln>
        </p:spPr>
        <p:style>
          <a:lnRef idx="0"/>
          <a:fillRef idx="0"/>
          <a:effectRef idx="0"/>
          <a:fontRef idx="minor"/>
        </p:style>
      </p:sp>
      <p:sp>
        <p:nvSpPr>
          <p:cNvPr id="341" name="Rectangle 5"/>
          <p:cNvSpPr/>
          <p:nvPr/>
        </p:nvSpPr>
        <p:spPr>
          <a:xfrm>
            <a:off x="1523880" y="3049200"/>
            <a:ext cx="184320" cy="369000"/>
          </a:xfrm>
          <a:prstGeom prst="rect">
            <a:avLst/>
          </a:prstGeom>
          <a:noFill/>
          <a:ln w="0">
            <a:noFill/>
          </a:ln>
        </p:spPr>
        <p:style>
          <a:lnRef idx="0"/>
          <a:fillRef idx="0"/>
          <a:effectRef idx="0"/>
          <a:fontRef idx="minor"/>
        </p:style>
      </p:sp>
      <p:sp>
        <p:nvSpPr>
          <p:cNvPr id="342" name="Rectangle 6"/>
          <p:cNvSpPr/>
          <p:nvPr/>
        </p:nvSpPr>
        <p:spPr>
          <a:xfrm>
            <a:off x="1523880" y="-184680"/>
            <a:ext cx="184320" cy="369000"/>
          </a:xfrm>
          <a:prstGeom prst="rect">
            <a:avLst/>
          </a:prstGeom>
          <a:noFill/>
          <a:ln w="0">
            <a:noFill/>
          </a:ln>
        </p:spPr>
        <p:style>
          <a:lnRef idx="0"/>
          <a:fillRef idx="0"/>
          <a:effectRef idx="0"/>
          <a:fontRef idx="minor"/>
        </p:style>
      </p:sp>
      <p:sp>
        <p:nvSpPr>
          <p:cNvPr id="343" name="Rectangle 7"/>
          <p:cNvSpPr/>
          <p:nvPr/>
        </p:nvSpPr>
        <p:spPr>
          <a:xfrm>
            <a:off x="1523880" y="3001320"/>
            <a:ext cx="184320" cy="369000"/>
          </a:xfrm>
          <a:prstGeom prst="rect">
            <a:avLst/>
          </a:prstGeom>
          <a:noFill/>
          <a:ln w="0">
            <a:noFill/>
          </a:ln>
        </p:spPr>
        <p:style>
          <a:lnRef idx="0"/>
          <a:fillRef idx="0"/>
          <a:effectRef idx="0"/>
          <a:fontRef idx="minor"/>
        </p:style>
      </p:sp>
      <p:sp>
        <p:nvSpPr>
          <p:cNvPr id="344" name="Rectangle 8"/>
          <p:cNvSpPr/>
          <p:nvPr/>
        </p:nvSpPr>
        <p:spPr>
          <a:xfrm>
            <a:off x="1523880" y="3049200"/>
            <a:ext cx="184320" cy="369000"/>
          </a:xfrm>
          <a:prstGeom prst="rect">
            <a:avLst/>
          </a:prstGeom>
          <a:noFill/>
          <a:ln w="0">
            <a:noFill/>
          </a:ln>
        </p:spPr>
        <p:style>
          <a:lnRef idx="0"/>
          <a:fillRef idx="0"/>
          <a:effectRef idx="0"/>
          <a:fontRef idx="minor"/>
        </p:style>
      </p:sp>
      <p:sp>
        <p:nvSpPr>
          <p:cNvPr id="345" name="Rectangle 9"/>
          <p:cNvSpPr/>
          <p:nvPr/>
        </p:nvSpPr>
        <p:spPr>
          <a:xfrm>
            <a:off x="1523880" y="3049200"/>
            <a:ext cx="184320" cy="369000"/>
          </a:xfrm>
          <a:prstGeom prst="rect">
            <a:avLst/>
          </a:prstGeom>
          <a:noFill/>
          <a:ln w="0">
            <a:noFill/>
          </a:ln>
        </p:spPr>
        <p:style>
          <a:lnRef idx="0"/>
          <a:fillRef idx="0"/>
          <a:effectRef idx="0"/>
          <a:fontRef idx="minor"/>
        </p:style>
      </p:sp>
      <p:sp>
        <p:nvSpPr>
          <p:cNvPr id="346" name="Rectangle 10"/>
          <p:cNvSpPr/>
          <p:nvPr/>
        </p:nvSpPr>
        <p:spPr>
          <a:xfrm>
            <a:off x="1523880" y="3049200"/>
            <a:ext cx="184320" cy="369000"/>
          </a:xfrm>
          <a:prstGeom prst="rect">
            <a:avLst/>
          </a:prstGeom>
          <a:noFill/>
          <a:ln w="0">
            <a:noFill/>
          </a:ln>
        </p:spPr>
        <p:style>
          <a:lnRef idx="0"/>
          <a:fillRef idx="0"/>
          <a:effectRef idx="0"/>
          <a:fontRef idx="minor"/>
        </p:style>
      </p:sp>
      <p:sp>
        <p:nvSpPr>
          <p:cNvPr id="347" name="Rectangle 11"/>
          <p:cNvSpPr/>
          <p:nvPr/>
        </p:nvSpPr>
        <p:spPr>
          <a:xfrm>
            <a:off x="1523880" y="3028320"/>
            <a:ext cx="184320" cy="369000"/>
          </a:xfrm>
          <a:prstGeom prst="rect">
            <a:avLst/>
          </a:prstGeom>
          <a:noFill/>
          <a:ln w="0">
            <a:noFill/>
          </a:ln>
        </p:spPr>
        <p:style>
          <a:lnRef idx="0"/>
          <a:fillRef idx="0"/>
          <a:effectRef idx="0"/>
          <a:fontRef idx="minor"/>
        </p:style>
      </p:sp>
      <p:sp>
        <p:nvSpPr>
          <p:cNvPr id="348" name="Rectangle 12"/>
          <p:cNvSpPr/>
          <p:nvPr/>
        </p:nvSpPr>
        <p:spPr>
          <a:xfrm>
            <a:off x="1523880" y="3028320"/>
            <a:ext cx="184320" cy="369000"/>
          </a:xfrm>
          <a:prstGeom prst="rect">
            <a:avLst/>
          </a:prstGeom>
          <a:noFill/>
          <a:ln w="0">
            <a:noFill/>
          </a:ln>
        </p:spPr>
        <p:style>
          <a:lnRef idx="0"/>
          <a:fillRef idx="0"/>
          <a:effectRef idx="0"/>
          <a:fontRef idx="minor"/>
        </p:style>
      </p:sp>
      <p:sp>
        <p:nvSpPr>
          <p:cNvPr id="349" name="Rectangle 13"/>
          <p:cNvSpPr/>
          <p:nvPr/>
        </p:nvSpPr>
        <p:spPr>
          <a:xfrm>
            <a:off x="1523880" y="3028320"/>
            <a:ext cx="184320" cy="369000"/>
          </a:xfrm>
          <a:prstGeom prst="rect">
            <a:avLst/>
          </a:prstGeom>
          <a:noFill/>
          <a:ln w="0">
            <a:noFill/>
          </a:ln>
        </p:spPr>
        <p:style>
          <a:lnRef idx="0"/>
          <a:fillRef idx="0"/>
          <a:effectRef idx="0"/>
          <a:fontRef idx="minor"/>
        </p:style>
      </p:sp>
      <p:sp>
        <p:nvSpPr>
          <p:cNvPr id="350" name="Rectangle 28"/>
          <p:cNvSpPr/>
          <p:nvPr/>
        </p:nvSpPr>
        <p:spPr>
          <a:xfrm>
            <a:off x="692280" y="949680"/>
            <a:ext cx="11230200" cy="4356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4000" spc="-1" strike="noStrike">
                <a:solidFill>
                  <a:srgbClr val="0000cc"/>
                </a:solidFill>
                <a:latin typeface="Times New Roman"/>
                <a:ea typeface="Arial"/>
              </a:rPr>
              <a:t>2.</a:t>
            </a:r>
            <a:r>
              <a:rPr b="0" i="1" lang="ru-RU" sz="4000" spc="-1" strike="noStrike">
                <a:solidFill>
                  <a:srgbClr val="0000cc"/>
                </a:solidFill>
                <a:latin typeface="Times New Roman"/>
                <a:ea typeface="Arial"/>
              </a:rPr>
              <a:t> R</a:t>
            </a:r>
            <a:r>
              <a:rPr b="0" lang="ru-RU" sz="4000" spc="-1" strike="noStrike">
                <a:solidFill>
                  <a:srgbClr val="0000cc"/>
                </a:solidFill>
                <a:latin typeface="Times New Roman"/>
                <a:ea typeface="Arial"/>
              </a:rPr>
              <a:t>н</a:t>
            </a:r>
            <a:r>
              <a:rPr b="0" i="1" lang="ru-RU" sz="4000" spc="-1" strike="noStrike">
                <a:solidFill>
                  <a:srgbClr val="0000cc"/>
                </a:solidFill>
                <a:latin typeface="Times New Roman"/>
                <a:ea typeface="Arial"/>
              </a:rPr>
              <a:t> </a:t>
            </a:r>
            <a:r>
              <a:rPr b="0" i="1" lang="en-US" sz="4000" spc="-1" strike="noStrike">
                <a:solidFill>
                  <a:srgbClr val="0000cc"/>
                </a:solidFill>
                <a:latin typeface="Times New Roman"/>
                <a:ea typeface="Arial"/>
              </a:rPr>
              <a:t>&lt;&lt;</a:t>
            </a:r>
            <a:r>
              <a:rPr b="0" i="1" lang="ru-RU" sz="4000" spc="-1" strike="noStrike">
                <a:solidFill>
                  <a:srgbClr val="0000cc"/>
                </a:solidFill>
                <a:latin typeface="Times New Roman"/>
                <a:ea typeface="Arial"/>
              </a:rPr>
              <a:t>R</a:t>
            </a:r>
            <a:r>
              <a:rPr b="0" lang="ru-RU" sz="4000" spc="-1" strike="noStrike">
                <a:solidFill>
                  <a:srgbClr val="0000cc"/>
                </a:solidFill>
                <a:latin typeface="Times New Roman"/>
                <a:ea typeface="Arial"/>
              </a:rPr>
              <a:t>вн.</a:t>
            </a:r>
            <a:r>
              <a:rPr b="0" lang="ru-RU" sz="4000" spc="-1" strike="noStrike">
                <a:solidFill>
                  <a:srgbClr val="352379"/>
                </a:solidFill>
                <a:latin typeface="Times New Roman"/>
                <a:ea typeface="Arial"/>
              </a:rPr>
              <a:t> Тогда </a:t>
            </a:r>
            <a:r>
              <a:rPr b="0" lang="ru-RU" sz="4000" spc="-1" strike="noStrike">
                <a:solidFill>
                  <a:srgbClr val="ff3300"/>
                </a:solidFill>
                <a:latin typeface="Symbol"/>
                <a:ea typeface="Arial"/>
              </a:rPr>
              <a:t></a:t>
            </a:r>
            <a:r>
              <a:rPr b="0" lang="en-US" sz="4000" spc="-1" strike="noStrike">
                <a:solidFill>
                  <a:srgbClr val="ff3300"/>
                </a:solidFill>
                <a:latin typeface="Times New Roman"/>
                <a:ea typeface="Arial"/>
              </a:rPr>
              <a:t>0</a:t>
            </a:r>
            <a:r>
              <a:rPr b="0" lang="ru-RU" sz="4000" spc="-1" strike="noStrike">
                <a:solidFill>
                  <a:srgbClr val="352379"/>
                </a:solidFill>
                <a:latin typeface="Times New Roman"/>
                <a:ea typeface="Arial"/>
              </a:rPr>
              <a:t>. Режим называется </a:t>
            </a:r>
            <a:r>
              <a:rPr b="0" i="1" lang="ru-RU" sz="4000" spc="-1" strike="noStrike">
                <a:solidFill>
                  <a:srgbClr val="ff3300"/>
                </a:solidFill>
                <a:latin typeface="Times New Roman"/>
                <a:ea typeface="Arial"/>
              </a:rPr>
              <a:t>режимом короткого замыкания</a:t>
            </a:r>
            <a:r>
              <a:rPr b="0" lang="ru-RU" sz="4000" spc="-1" strike="noStrike">
                <a:solidFill>
                  <a:srgbClr val="352379"/>
                </a:solidFill>
                <a:latin typeface="Times New Roman"/>
                <a:ea typeface="Arial"/>
              </a:rPr>
              <a:t>.</a:t>
            </a:r>
            <a:endParaRPr b="0" lang="ru-RU" sz="4000" spc="-1" strike="noStrike">
              <a:latin typeface="Arial"/>
            </a:endParaRPr>
          </a:p>
          <a:p>
            <a:pPr>
              <a:lnSpc>
                <a:spcPct val="100000"/>
              </a:lnSpc>
              <a:buNone/>
            </a:pPr>
            <a:r>
              <a:rPr b="0" lang="ru-RU" sz="4000" spc="-1" strike="noStrike">
                <a:solidFill>
                  <a:srgbClr val="352379"/>
                </a:solidFill>
                <a:latin typeface="Times New Roman"/>
                <a:ea typeface="Arial"/>
              </a:rPr>
              <a:t>Вся энергия расходуется на внутреннем сопротивлении источника, </a:t>
            </a:r>
            <a:r>
              <a:rPr b="0" i="1" lang="ru-RU" sz="4000" spc="-1" strike="noStrike">
                <a:solidFill>
                  <a:srgbClr val="ff3300"/>
                </a:solidFill>
                <a:latin typeface="Times New Roman"/>
                <a:ea typeface="Arial"/>
              </a:rPr>
              <a:t>U</a:t>
            </a:r>
            <a:r>
              <a:rPr b="0" lang="ru-RU" sz="4000" spc="-1" strike="noStrike">
                <a:solidFill>
                  <a:srgbClr val="ff3300"/>
                </a:solidFill>
                <a:latin typeface="Symbol"/>
                <a:ea typeface="Arial"/>
              </a:rPr>
              <a:t></a:t>
            </a:r>
            <a:r>
              <a:rPr b="0" lang="en-US" sz="4000" spc="-1" strike="noStrike">
                <a:solidFill>
                  <a:srgbClr val="ff3300"/>
                </a:solidFill>
                <a:latin typeface="Times New Roman"/>
                <a:ea typeface="Arial"/>
              </a:rPr>
              <a:t>0</a:t>
            </a:r>
            <a:r>
              <a:rPr b="0" lang="en-US" sz="4000" spc="-1" strike="noStrike">
                <a:solidFill>
                  <a:srgbClr val="352379"/>
                </a:solidFill>
                <a:latin typeface="Times New Roman"/>
                <a:ea typeface="Arial"/>
              </a:rPr>
              <a:t>.</a:t>
            </a:r>
            <a:endParaRPr b="0" lang="ru-RU" sz="4000" spc="-1" strike="noStrike">
              <a:latin typeface="Arial"/>
            </a:endParaRPr>
          </a:p>
          <a:p>
            <a:pPr>
              <a:lnSpc>
                <a:spcPct val="100000"/>
              </a:lnSpc>
              <a:buNone/>
            </a:pPr>
            <a:r>
              <a:rPr b="0" i="1" lang="en-US" sz="4000" spc="-1" strike="noStrike">
                <a:solidFill>
                  <a:srgbClr val="352379"/>
                </a:solidFill>
                <a:latin typeface="Times New Roman"/>
                <a:ea typeface="Arial"/>
              </a:rPr>
              <a:t>R</a:t>
            </a:r>
            <a:r>
              <a:rPr b="0" lang="ru-RU" sz="4000" spc="-1" strike="noStrike">
                <a:solidFill>
                  <a:srgbClr val="352379"/>
                </a:solidFill>
                <a:latin typeface="Times New Roman"/>
                <a:ea typeface="Arial"/>
              </a:rPr>
              <a:t>н</a:t>
            </a:r>
            <a:r>
              <a:rPr b="0" lang="ru-RU" sz="4000" spc="-1" strike="noStrike">
                <a:solidFill>
                  <a:srgbClr val="352379"/>
                </a:solidFill>
                <a:latin typeface="Symbol"/>
                <a:ea typeface="Arial"/>
              </a:rPr>
              <a:t></a:t>
            </a:r>
            <a:r>
              <a:rPr b="0" lang="en-US" sz="4000" spc="-1" strike="noStrike">
                <a:solidFill>
                  <a:srgbClr val="352379"/>
                </a:solidFill>
                <a:latin typeface="Times New Roman"/>
                <a:ea typeface="Arial"/>
              </a:rPr>
              <a:t>0</a:t>
            </a:r>
            <a:r>
              <a:rPr b="0" lang="ru-RU" sz="4000" spc="-1" strike="noStrike">
                <a:solidFill>
                  <a:srgbClr val="352379"/>
                </a:solidFill>
                <a:latin typeface="Times New Roman"/>
                <a:ea typeface="Arial"/>
              </a:rPr>
              <a:t>  и ток стремится к значению тока короткого замыкания, определяется только величиной </a:t>
            </a:r>
            <a:r>
              <a:rPr b="0" i="1" lang="ru-RU" sz="4000" spc="-1" strike="noStrike">
                <a:solidFill>
                  <a:srgbClr val="ff3300"/>
                </a:solidFill>
                <a:latin typeface="Times New Roman"/>
                <a:ea typeface="Arial"/>
              </a:rPr>
              <a:t>R</a:t>
            </a:r>
            <a:r>
              <a:rPr b="0" lang="ru-RU" sz="4000" spc="-1" strike="noStrike">
                <a:solidFill>
                  <a:srgbClr val="ff3300"/>
                </a:solidFill>
                <a:latin typeface="Times New Roman"/>
                <a:ea typeface="Arial"/>
              </a:rPr>
              <a:t>вн</a:t>
            </a:r>
            <a:r>
              <a:rPr b="0" i="1" lang="ru-RU" sz="4000" spc="-1" strike="noStrike">
                <a:solidFill>
                  <a:srgbClr val="352379"/>
                </a:solidFill>
                <a:latin typeface="Times New Roman"/>
                <a:ea typeface="Arial"/>
              </a:rPr>
              <a:t> </a:t>
            </a:r>
            <a:r>
              <a:rPr b="0" lang="ru-RU" sz="4000" spc="-1" strike="noStrike">
                <a:solidFill>
                  <a:srgbClr val="352379"/>
                </a:solidFill>
                <a:latin typeface="Times New Roman"/>
                <a:ea typeface="Arial"/>
              </a:rPr>
              <a:t>и практически не зависит от </a:t>
            </a:r>
            <a:r>
              <a:rPr b="0" i="1" lang="ru-RU" sz="4000" spc="-1" strike="noStrike">
                <a:solidFill>
                  <a:srgbClr val="ff3300"/>
                </a:solidFill>
                <a:latin typeface="Times New Roman"/>
                <a:ea typeface="Arial"/>
              </a:rPr>
              <a:t>R</a:t>
            </a:r>
            <a:r>
              <a:rPr b="0" lang="ru-RU" sz="4000" spc="-1" strike="noStrike">
                <a:solidFill>
                  <a:srgbClr val="ff3300"/>
                </a:solidFill>
                <a:latin typeface="Times New Roman"/>
                <a:ea typeface="Arial"/>
              </a:rPr>
              <a:t>н</a:t>
            </a:r>
            <a:r>
              <a:rPr b="0" i="1" lang="ru-RU" sz="4000" spc="-1" strike="noStrike">
                <a:solidFill>
                  <a:srgbClr val="352379"/>
                </a:solidFill>
                <a:latin typeface="Times New Roman"/>
                <a:ea typeface="Arial"/>
              </a:rPr>
              <a:t>.</a:t>
            </a:r>
            <a:endParaRPr b="0" lang="ru-RU" sz="4000" spc="-1" strike="noStrike">
              <a:latin typeface="Arial"/>
            </a:endParaRPr>
          </a:p>
        </p:txBody>
      </p:sp>
    </p:spTree>
  </p:cSld>
  <mc:AlternateContent>
    <mc:Choice Requires="p14">
      <p:transition spd="slow" p14:dur="2000"/>
    </mc:Choice>
    <mc:Fallback>
      <p:transition spd="slow"/>
    </mc:Fallback>
  </mc:AlternateContent>
  <p:timing>
    <p:tnLst>
      <p:par>
        <p:cTn id="49" dur="indefinite" restart="never" nodeType="tmRoot">
          <p:childTnLst>
            <p:seq>
              <p:cTn id="50" dur="indefinite" nodeType="mainSeq">
                <p:childTnLst>
                  <p:par>
                    <p:cTn id="51" nodeType="clickEffect" fill="hold">
                      <p:stCondLst>
                        <p:cond delay="indefinite"/>
                      </p:stCondLst>
                      <p:childTnLst>
                        <p:par>
                          <p:cTn id="52" nodeType="withEffect" fill="hold">
                            <p:stCondLst>
                              <p:cond delay="0"/>
                            </p:stCondLst>
                            <p:childTnLst>
                              <p:par>
                                <p:cTn id="53" nodeType="clickEffect" fill="hold" presetClass="entr" presetID="2" presetSubtype="4">
                                  <p:stCondLst>
                                    <p:cond delay="0"/>
                                  </p:stCondLst>
                                  <p:childTnLst>
                                    <p:set>
                                      <p:cBhvr>
                                        <p:cTn id="54" dur="1" fill="hold">
                                          <p:stCondLst>
                                            <p:cond delay="0"/>
                                          </p:stCondLst>
                                        </p:cTn>
                                        <p:tgtEl>
                                          <p:spTgt spid="350"/>
                                        </p:tgtEl>
                                        <p:attrNameLst>
                                          <p:attrName>style.visibility</p:attrName>
                                        </p:attrNameLst>
                                      </p:cBhvr>
                                      <p:to>
                                        <p:strVal val="visible"/>
                                      </p:to>
                                    </p:set>
                                    <p:anim calcmode="lin" valueType="num">
                                      <p:cBhvr additive="repl">
                                        <p:cTn id="55" dur="500" fill="hold"/>
                                        <p:tgtEl>
                                          <p:spTgt spid="350"/>
                                        </p:tgtEl>
                                        <p:attrNameLst>
                                          <p:attrName>ppt_x</p:attrName>
                                        </p:attrNameLst>
                                      </p:cBhvr>
                                      <p:tavLst>
                                        <p:tav tm="0">
                                          <p:val>
                                            <p:strVal val="#ppt_x"/>
                                          </p:val>
                                        </p:tav>
                                        <p:tav tm="100000">
                                          <p:val>
                                            <p:strVal val="#ppt_x"/>
                                          </p:val>
                                        </p:tav>
                                      </p:tavLst>
                                    </p:anim>
                                    <p:anim calcmode="lin" valueType="num">
                                      <p:cBhvr additive="repl">
                                        <p:cTn id="56" dur="500" fill="hold"/>
                                        <p:tgtEl>
                                          <p:spTgt spid="3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sldNum" idx="23"/>
          </p:nvPr>
        </p:nvSpPr>
        <p:spPr>
          <a:xfrm>
            <a:off x="8969400" y="6350760"/>
            <a:ext cx="2857320" cy="364680"/>
          </a:xfrm>
          <a:prstGeom prst="rect">
            <a:avLst/>
          </a:prstGeom>
          <a:noFill/>
          <a:ln w="0">
            <a:noFill/>
          </a:ln>
        </p:spPr>
        <p:txBody>
          <a:bodyPr anchor="ctr">
            <a:noAutofit/>
          </a:bodyPr>
          <a:lstStyle>
            <a:lvl1pPr algn="r">
              <a:lnSpc>
                <a:spcPct val="100000"/>
              </a:lnSpc>
              <a:buNone/>
              <a:defRPr b="1" lang="ru-RU" sz="1200" spc="-1" strike="noStrike">
                <a:solidFill>
                  <a:srgbClr val="908da8"/>
                </a:solidFill>
                <a:latin typeface="Arial Black"/>
                <a:ea typeface="Arial"/>
              </a:defRPr>
            </a:lvl1pPr>
          </a:lstStyle>
          <a:p>
            <a:pPr algn="r">
              <a:lnSpc>
                <a:spcPct val="100000"/>
              </a:lnSpc>
              <a:buNone/>
            </a:pPr>
            <a:fld id="{C03CBCE5-88A7-496C-AAC5-FB2AE942911B}" type="slidenum">
              <a:rPr b="1" lang="ru-RU" sz="1200" spc="-1" strike="noStrike">
                <a:solidFill>
                  <a:srgbClr val="908da8"/>
                </a:solidFill>
                <a:latin typeface="Arial Black"/>
                <a:ea typeface="Arial"/>
              </a:rPr>
              <a:t>1</a:t>
            </a:fld>
            <a:endParaRPr b="0" lang="ru-RU" sz="1200" spc="-1" strike="noStrike">
              <a:latin typeface="Times New Roman"/>
            </a:endParaRPr>
          </a:p>
        </p:txBody>
      </p:sp>
      <p:sp>
        <p:nvSpPr>
          <p:cNvPr id="352" name="PlaceHolder 2"/>
          <p:cNvSpPr>
            <a:spLocks noGrp="1"/>
          </p:cNvSpPr>
          <p:nvPr>
            <p:ph type="title"/>
          </p:nvPr>
        </p:nvSpPr>
        <p:spPr>
          <a:xfrm>
            <a:off x="1919160" y="0"/>
            <a:ext cx="8229240" cy="810720"/>
          </a:xfrm>
          <a:prstGeom prst="rect">
            <a:avLst/>
          </a:prstGeom>
          <a:noFill/>
          <a:ln w="0">
            <a:noFill/>
          </a:ln>
        </p:spPr>
        <p:txBody>
          <a:bodyPr anchor="t">
            <a:noAutofit/>
          </a:bodyPr>
          <a:p>
            <a:pPr algn="ctr">
              <a:lnSpc>
                <a:spcPct val="100000"/>
              </a:lnSpc>
              <a:buNone/>
            </a:pPr>
            <a:r>
              <a:rPr b="0" lang="ru-RU" sz="3600" spc="-1" strike="noStrike">
                <a:solidFill>
                  <a:srgbClr val="ffffff"/>
                </a:solidFill>
                <a:latin typeface="Montserrat SemiBold"/>
                <a:ea typeface="Arial"/>
              </a:rPr>
              <a:t>Электрические цепи</a:t>
            </a:r>
            <a:r>
              <a:rPr b="0" lang="en-US" sz="3600" spc="-1" strike="noStrike">
                <a:solidFill>
                  <a:srgbClr val="ffffff"/>
                </a:solidFill>
                <a:latin typeface="Montserrat SemiBold"/>
                <a:ea typeface="Arial"/>
              </a:rPr>
              <a:t> </a:t>
            </a:r>
            <a:r>
              <a:rPr b="0" lang="ru-RU" sz="3600" spc="-1" strike="noStrike">
                <a:solidFill>
                  <a:srgbClr val="ffffff"/>
                </a:solidFill>
                <a:latin typeface="Montserrat SemiBold"/>
                <a:ea typeface="Arial"/>
              </a:rPr>
              <a:t>постоянного тока</a:t>
            </a:r>
            <a:endParaRPr b="0" lang="ru-RU" sz="3600" spc="-1" strike="noStrike">
              <a:solidFill>
                <a:srgbClr val="352379"/>
              </a:solidFill>
              <a:latin typeface="Montserrat"/>
            </a:endParaRPr>
          </a:p>
        </p:txBody>
      </p:sp>
      <p:sp>
        <p:nvSpPr>
          <p:cNvPr id="353" name="PlaceHolder 3"/>
          <p:cNvSpPr>
            <a:spLocks noGrp="1"/>
          </p:cNvSpPr>
          <p:nvPr>
            <p:ph/>
          </p:nvPr>
        </p:nvSpPr>
        <p:spPr>
          <a:xfrm>
            <a:off x="3648240" y="1052640"/>
            <a:ext cx="5400360" cy="431280"/>
          </a:xfrm>
          <a:prstGeom prst="rect">
            <a:avLst/>
          </a:prstGeom>
          <a:noFill/>
          <a:ln w="0">
            <a:noFill/>
          </a:ln>
        </p:spPr>
        <p:txBody>
          <a:bodyPr anchor="t">
            <a:noAutofit/>
          </a:bodyPr>
          <a:p>
            <a:pPr>
              <a:lnSpc>
                <a:spcPct val="90000"/>
              </a:lnSpc>
              <a:spcBef>
                <a:spcPts val="1001"/>
              </a:spcBef>
              <a:buNone/>
              <a:tabLst>
                <a:tab algn="l" pos="0"/>
              </a:tabLst>
            </a:pPr>
            <a:r>
              <a:rPr b="0" lang="ru-RU" sz="2000" spc="-1" strike="noStrike">
                <a:solidFill>
                  <a:srgbClr val="ffffff"/>
                </a:solidFill>
                <a:latin typeface="Montserrat"/>
                <a:ea typeface="Arial"/>
              </a:rPr>
              <a:t>Режимы работы электрической цепи</a:t>
            </a:r>
            <a:endParaRPr b="0" lang="ru-RU" sz="2000" spc="-1" strike="noStrike">
              <a:solidFill>
                <a:srgbClr val="352379"/>
              </a:solidFill>
              <a:latin typeface="Montserrat"/>
            </a:endParaRPr>
          </a:p>
        </p:txBody>
      </p:sp>
      <p:sp>
        <p:nvSpPr>
          <p:cNvPr id="354" name="Rectangle 4"/>
          <p:cNvSpPr/>
          <p:nvPr/>
        </p:nvSpPr>
        <p:spPr>
          <a:xfrm>
            <a:off x="1523880" y="3034800"/>
            <a:ext cx="184320" cy="369000"/>
          </a:xfrm>
          <a:prstGeom prst="rect">
            <a:avLst/>
          </a:prstGeom>
          <a:noFill/>
          <a:ln w="0">
            <a:noFill/>
          </a:ln>
        </p:spPr>
        <p:style>
          <a:lnRef idx="0"/>
          <a:fillRef idx="0"/>
          <a:effectRef idx="0"/>
          <a:fontRef idx="minor"/>
        </p:style>
      </p:sp>
      <p:sp>
        <p:nvSpPr>
          <p:cNvPr id="355" name="Rectangle 5"/>
          <p:cNvSpPr/>
          <p:nvPr/>
        </p:nvSpPr>
        <p:spPr>
          <a:xfrm>
            <a:off x="1523880" y="3049200"/>
            <a:ext cx="184320" cy="369000"/>
          </a:xfrm>
          <a:prstGeom prst="rect">
            <a:avLst/>
          </a:prstGeom>
          <a:noFill/>
          <a:ln w="0">
            <a:noFill/>
          </a:ln>
        </p:spPr>
        <p:style>
          <a:lnRef idx="0"/>
          <a:fillRef idx="0"/>
          <a:effectRef idx="0"/>
          <a:fontRef idx="minor"/>
        </p:style>
      </p:sp>
      <p:sp>
        <p:nvSpPr>
          <p:cNvPr id="356" name="Rectangle 6"/>
          <p:cNvSpPr/>
          <p:nvPr/>
        </p:nvSpPr>
        <p:spPr>
          <a:xfrm>
            <a:off x="1523880" y="-184680"/>
            <a:ext cx="184320" cy="369000"/>
          </a:xfrm>
          <a:prstGeom prst="rect">
            <a:avLst/>
          </a:prstGeom>
          <a:noFill/>
          <a:ln w="0">
            <a:noFill/>
          </a:ln>
        </p:spPr>
        <p:style>
          <a:lnRef idx="0"/>
          <a:fillRef idx="0"/>
          <a:effectRef idx="0"/>
          <a:fontRef idx="minor"/>
        </p:style>
      </p:sp>
      <p:sp>
        <p:nvSpPr>
          <p:cNvPr id="357" name="Rectangle 7"/>
          <p:cNvSpPr/>
          <p:nvPr/>
        </p:nvSpPr>
        <p:spPr>
          <a:xfrm>
            <a:off x="1523880" y="3001320"/>
            <a:ext cx="184320" cy="369000"/>
          </a:xfrm>
          <a:prstGeom prst="rect">
            <a:avLst/>
          </a:prstGeom>
          <a:noFill/>
          <a:ln w="0">
            <a:noFill/>
          </a:ln>
        </p:spPr>
        <p:style>
          <a:lnRef idx="0"/>
          <a:fillRef idx="0"/>
          <a:effectRef idx="0"/>
          <a:fontRef idx="minor"/>
        </p:style>
      </p:sp>
      <p:sp>
        <p:nvSpPr>
          <p:cNvPr id="358" name="Rectangle 8"/>
          <p:cNvSpPr/>
          <p:nvPr/>
        </p:nvSpPr>
        <p:spPr>
          <a:xfrm>
            <a:off x="1523880" y="3049200"/>
            <a:ext cx="184320" cy="369000"/>
          </a:xfrm>
          <a:prstGeom prst="rect">
            <a:avLst/>
          </a:prstGeom>
          <a:noFill/>
          <a:ln w="0">
            <a:noFill/>
          </a:ln>
        </p:spPr>
        <p:style>
          <a:lnRef idx="0"/>
          <a:fillRef idx="0"/>
          <a:effectRef idx="0"/>
          <a:fontRef idx="minor"/>
        </p:style>
      </p:sp>
      <p:sp>
        <p:nvSpPr>
          <p:cNvPr id="359" name="Rectangle 9"/>
          <p:cNvSpPr/>
          <p:nvPr/>
        </p:nvSpPr>
        <p:spPr>
          <a:xfrm>
            <a:off x="1523880" y="3049200"/>
            <a:ext cx="184320" cy="369000"/>
          </a:xfrm>
          <a:prstGeom prst="rect">
            <a:avLst/>
          </a:prstGeom>
          <a:noFill/>
          <a:ln w="0">
            <a:noFill/>
          </a:ln>
        </p:spPr>
        <p:style>
          <a:lnRef idx="0"/>
          <a:fillRef idx="0"/>
          <a:effectRef idx="0"/>
          <a:fontRef idx="minor"/>
        </p:style>
      </p:sp>
      <p:sp>
        <p:nvSpPr>
          <p:cNvPr id="360" name="Rectangle 10"/>
          <p:cNvSpPr/>
          <p:nvPr/>
        </p:nvSpPr>
        <p:spPr>
          <a:xfrm>
            <a:off x="1523880" y="3049200"/>
            <a:ext cx="184320" cy="369000"/>
          </a:xfrm>
          <a:prstGeom prst="rect">
            <a:avLst/>
          </a:prstGeom>
          <a:noFill/>
          <a:ln w="0">
            <a:noFill/>
          </a:ln>
        </p:spPr>
        <p:style>
          <a:lnRef idx="0"/>
          <a:fillRef idx="0"/>
          <a:effectRef idx="0"/>
          <a:fontRef idx="minor"/>
        </p:style>
      </p:sp>
      <p:sp>
        <p:nvSpPr>
          <p:cNvPr id="361" name="Rectangle 11"/>
          <p:cNvSpPr/>
          <p:nvPr/>
        </p:nvSpPr>
        <p:spPr>
          <a:xfrm>
            <a:off x="1523880" y="3028320"/>
            <a:ext cx="184320" cy="369000"/>
          </a:xfrm>
          <a:prstGeom prst="rect">
            <a:avLst/>
          </a:prstGeom>
          <a:noFill/>
          <a:ln w="0">
            <a:noFill/>
          </a:ln>
        </p:spPr>
        <p:style>
          <a:lnRef idx="0"/>
          <a:fillRef idx="0"/>
          <a:effectRef idx="0"/>
          <a:fontRef idx="minor"/>
        </p:style>
      </p:sp>
      <p:sp>
        <p:nvSpPr>
          <p:cNvPr id="362" name="Rectangle 12"/>
          <p:cNvSpPr/>
          <p:nvPr/>
        </p:nvSpPr>
        <p:spPr>
          <a:xfrm>
            <a:off x="1523880" y="3028320"/>
            <a:ext cx="184320" cy="369000"/>
          </a:xfrm>
          <a:prstGeom prst="rect">
            <a:avLst/>
          </a:prstGeom>
          <a:noFill/>
          <a:ln w="0">
            <a:noFill/>
          </a:ln>
        </p:spPr>
        <p:style>
          <a:lnRef idx="0"/>
          <a:fillRef idx="0"/>
          <a:effectRef idx="0"/>
          <a:fontRef idx="minor"/>
        </p:style>
      </p:sp>
      <p:sp>
        <p:nvSpPr>
          <p:cNvPr id="363" name="Rectangle 13"/>
          <p:cNvSpPr/>
          <p:nvPr/>
        </p:nvSpPr>
        <p:spPr>
          <a:xfrm>
            <a:off x="1523880" y="3028320"/>
            <a:ext cx="184320" cy="369000"/>
          </a:xfrm>
          <a:prstGeom prst="rect">
            <a:avLst/>
          </a:prstGeom>
          <a:noFill/>
          <a:ln w="0">
            <a:noFill/>
          </a:ln>
        </p:spPr>
        <p:style>
          <a:lnRef idx="0"/>
          <a:fillRef idx="0"/>
          <a:effectRef idx="0"/>
          <a:fontRef idx="minor"/>
        </p:style>
      </p:sp>
      <p:sp>
        <p:nvSpPr>
          <p:cNvPr id="364" name="Rectangle 29"/>
          <p:cNvSpPr/>
          <p:nvPr/>
        </p:nvSpPr>
        <p:spPr>
          <a:xfrm>
            <a:off x="1378080" y="726840"/>
            <a:ext cx="10361520" cy="283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800" spc="-1" strike="noStrike">
                <a:solidFill>
                  <a:srgbClr val="352379"/>
                </a:solidFill>
                <a:latin typeface="Times New Roman"/>
                <a:ea typeface="Arial"/>
              </a:rPr>
              <a:t>3</a:t>
            </a:r>
            <a:r>
              <a:rPr b="0" lang="ru-RU" sz="3200" spc="-1" strike="noStrike">
                <a:solidFill>
                  <a:srgbClr val="352379"/>
                </a:solidFill>
                <a:latin typeface="Times New Roman"/>
                <a:ea typeface="Arial"/>
              </a:rPr>
              <a:t>. </a:t>
            </a:r>
            <a:r>
              <a:rPr b="0" i="1" lang="ru-RU" sz="3600" spc="-1" strike="noStrike">
                <a:solidFill>
                  <a:srgbClr val="ff3300"/>
                </a:solidFill>
                <a:latin typeface="Times New Roman"/>
                <a:ea typeface="Arial"/>
              </a:rPr>
              <a:t>Согласованный режим</a:t>
            </a:r>
            <a:r>
              <a:rPr b="0" i="1" lang="ru-RU" sz="3600" spc="-1" strike="noStrike">
                <a:solidFill>
                  <a:srgbClr val="352379"/>
                </a:solidFill>
                <a:latin typeface="Times New Roman"/>
                <a:ea typeface="Arial"/>
              </a:rPr>
              <a:t>. </a:t>
            </a:r>
            <a:r>
              <a:rPr b="0" lang="ru-RU" sz="3600" spc="-1" strike="noStrike">
                <a:solidFill>
                  <a:srgbClr val="352379"/>
                </a:solidFill>
                <a:latin typeface="Times New Roman"/>
                <a:ea typeface="Arial"/>
              </a:rPr>
              <a:t>С режиме согласованной нагрузки мощность потребляемая  нагрузкой (</a:t>
            </a:r>
            <a:r>
              <a:rPr b="0" lang="en-US" sz="3600" spc="-1" strike="noStrike">
                <a:solidFill>
                  <a:srgbClr val="ff3300"/>
                </a:solidFill>
                <a:latin typeface="Times New Roman"/>
                <a:ea typeface="Arial"/>
              </a:rPr>
              <a:t>P</a:t>
            </a:r>
            <a:r>
              <a:rPr b="0" lang="ru-RU" sz="3600" spc="-1" strike="noStrike">
                <a:solidFill>
                  <a:srgbClr val="ff3300"/>
                </a:solidFill>
                <a:latin typeface="Times New Roman"/>
                <a:ea typeface="Arial"/>
              </a:rPr>
              <a:t>н</a:t>
            </a:r>
            <a:r>
              <a:rPr b="0" lang="ru-RU" sz="3600" spc="-1" strike="noStrike">
                <a:solidFill>
                  <a:srgbClr val="352379"/>
                </a:solidFill>
                <a:latin typeface="Times New Roman"/>
                <a:ea typeface="Arial"/>
              </a:rPr>
              <a:t>) имеет максимальное значение. Условием достижения режима является </a:t>
            </a:r>
            <a:r>
              <a:rPr b="0" i="1" lang="ru-RU" sz="3600" spc="-1" strike="noStrike">
                <a:solidFill>
                  <a:srgbClr val="0000cc"/>
                </a:solidFill>
                <a:latin typeface="Times New Roman"/>
                <a:ea typeface="Arial"/>
              </a:rPr>
              <a:t>R</a:t>
            </a:r>
            <a:r>
              <a:rPr b="0" lang="ru-RU" sz="3600" spc="-1" strike="noStrike">
                <a:solidFill>
                  <a:srgbClr val="0000cc"/>
                </a:solidFill>
                <a:latin typeface="Times New Roman"/>
                <a:ea typeface="Arial"/>
              </a:rPr>
              <a:t>н</a:t>
            </a:r>
            <a:r>
              <a:rPr b="0" i="1" lang="ru-RU" sz="3600" spc="-1" strike="noStrike">
                <a:solidFill>
                  <a:srgbClr val="0000cc"/>
                </a:solidFill>
                <a:latin typeface="Times New Roman"/>
                <a:ea typeface="Arial"/>
              </a:rPr>
              <a:t> </a:t>
            </a:r>
            <a:r>
              <a:rPr b="0" i="1" lang="en-US" sz="3600" spc="-1" strike="noStrike">
                <a:solidFill>
                  <a:srgbClr val="0000cc"/>
                </a:solidFill>
                <a:latin typeface="Times New Roman"/>
                <a:ea typeface="Arial"/>
              </a:rPr>
              <a:t>=</a:t>
            </a:r>
            <a:r>
              <a:rPr b="0" i="1" lang="ru-RU" sz="3600" spc="-1" strike="noStrike">
                <a:solidFill>
                  <a:srgbClr val="0000cc"/>
                </a:solidFill>
                <a:latin typeface="Times New Roman"/>
                <a:ea typeface="Arial"/>
              </a:rPr>
              <a:t>R</a:t>
            </a:r>
            <a:r>
              <a:rPr b="0" lang="ru-RU" sz="3600" spc="-1" strike="noStrike">
                <a:solidFill>
                  <a:srgbClr val="0000cc"/>
                </a:solidFill>
                <a:latin typeface="Times New Roman"/>
                <a:ea typeface="Arial"/>
              </a:rPr>
              <a:t>вн.</a:t>
            </a:r>
            <a:r>
              <a:rPr b="0" lang="ru-RU" sz="3600" spc="-1" strike="noStrike">
                <a:solidFill>
                  <a:srgbClr val="352379"/>
                </a:solidFill>
                <a:latin typeface="Times New Roman"/>
                <a:ea typeface="Arial"/>
              </a:rPr>
              <a:t> </a:t>
            </a:r>
            <a:endParaRPr b="0" lang="ru-RU" sz="3600" spc="-1" strike="noStrike">
              <a:latin typeface="Arial"/>
            </a:endParaRPr>
          </a:p>
          <a:p>
            <a:pPr>
              <a:lnSpc>
                <a:spcPct val="100000"/>
              </a:lnSpc>
              <a:buNone/>
            </a:pPr>
            <a:r>
              <a:rPr b="0" lang="ru-RU" sz="3600" spc="-1" strike="noStrike">
                <a:solidFill>
                  <a:srgbClr val="352379"/>
                </a:solidFill>
                <a:latin typeface="Times New Roman"/>
                <a:ea typeface="Arial"/>
              </a:rPr>
              <a:t>При этом </a:t>
            </a:r>
            <a:r>
              <a:rPr b="0" i="1" lang="ru-RU" sz="3600" spc="-1" strike="noStrike">
                <a:solidFill>
                  <a:srgbClr val="ff3300"/>
                </a:solidFill>
                <a:latin typeface="Symbol"/>
                <a:ea typeface="Arial"/>
              </a:rPr>
              <a:t></a:t>
            </a:r>
            <a:r>
              <a:rPr b="0" lang="ru-RU" sz="3600" spc="-1" strike="noStrike">
                <a:solidFill>
                  <a:srgbClr val="ff3300"/>
                </a:solidFill>
                <a:latin typeface="Times New Roman"/>
                <a:ea typeface="Arial"/>
              </a:rPr>
              <a:t>=</a:t>
            </a:r>
            <a:r>
              <a:rPr b="0" lang="en-US" sz="3600" spc="-1" strike="noStrike">
                <a:solidFill>
                  <a:srgbClr val="ff3300"/>
                </a:solidFill>
                <a:latin typeface="Times New Roman"/>
                <a:ea typeface="Arial"/>
              </a:rPr>
              <a:t>0</a:t>
            </a:r>
            <a:r>
              <a:rPr b="0" lang="ru-RU" sz="3600" spc="-1" strike="noStrike">
                <a:solidFill>
                  <a:srgbClr val="ff3300"/>
                </a:solidFill>
                <a:latin typeface="Times New Roman"/>
                <a:ea typeface="Arial"/>
              </a:rPr>
              <a:t>,5. </a:t>
            </a:r>
            <a:endParaRPr b="0" lang="ru-RU" sz="3600" spc="-1" strike="noStrike">
              <a:latin typeface="Arial"/>
            </a:endParaRPr>
          </a:p>
        </p:txBody>
      </p:sp>
      <p:sp>
        <p:nvSpPr>
          <p:cNvPr id="365" name="Rectangle 30"/>
          <p:cNvSpPr/>
          <p:nvPr/>
        </p:nvSpPr>
        <p:spPr>
          <a:xfrm>
            <a:off x="1323360" y="3987720"/>
            <a:ext cx="10233000" cy="19180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i="1" lang="ru-RU" sz="3200" spc="-1" strike="noStrike">
                <a:solidFill>
                  <a:srgbClr val="352379"/>
                </a:solidFill>
                <a:latin typeface="Times New Roman"/>
                <a:ea typeface="Arial"/>
              </a:rPr>
              <a:t>4</a:t>
            </a:r>
            <a:r>
              <a:rPr b="0" i="1" lang="ru-RU" sz="4000" spc="-1" strike="noStrike">
                <a:solidFill>
                  <a:srgbClr val="352379"/>
                </a:solidFill>
                <a:latin typeface="Times New Roman"/>
                <a:ea typeface="Arial"/>
              </a:rPr>
              <a:t>. </a:t>
            </a:r>
            <a:r>
              <a:rPr b="0" i="1" lang="ru-RU" sz="4000" spc="-1" strike="noStrike">
                <a:solidFill>
                  <a:srgbClr val="ff3300"/>
                </a:solidFill>
                <a:latin typeface="Times New Roman"/>
                <a:ea typeface="Arial"/>
              </a:rPr>
              <a:t>Номинальный режим</a:t>
            </a:r>
            <a:r>
              <a:rPr b="0" lang="ru-RU" sz="4000" spc="-1" strike="noStrike">
                <a:solidFill>
                  <a:srgbClr val="352379"/>
                </a:solidFill>
                <a:latin typeface="Times New Roman"/>
                <a:ea typeface="Arial"/>
              </a:rPr>
              <a:t>. Этот режим занимает промежуточное положение между режимами холостого хода и согласованным.</a:t>
            </a:r>
            <a:endParaRPr b="0" lang="ru-RU" sz="4000" spc="-1" strike="noStrike">
              <a:latin typeface="Arial"/>
            </a:endParaRPr>
          </a:p>
        </p:txBody>
      </p:sp>
    </p:spTree>
  </p:cSld>
  <mc:AlternateContent>
    <mc:Choice Requires="p14">
      <p:transition spd="slow" p14:dur="2000"/>
    </mc:Choice>
    <mc:Fallback>
      <p:transition spd="slow"/>
    </mc:Fallback>
  </mc:AlternateContent>
  <p:timing>
    <p:tnLst>
      <p:par>
        <p:cTn id="57" dur="indefinite" restart="never" nodeType="tmRoot">
          <p:childTnLst>
            <p:seq>
              <p:cTn id="58" dur="indefinite" nodeType="mainSeq">
                <p:childTnLst>
                  <p:par>
                    <p:cTn id="59" nodeType="clickEffect" fill="hold">
                      <p:stCondLst>
                        <p:cond delay="indefinite"/>
                      </p:stCondLst>
                      <p:childTnLst>
                        <p:par>
                          <p:cTn id="60" nodeType="withEffect" fill="hold">
                            <p:stCondLst>
                              <p:cond delay="0"/>
                            </p:stCondLst>
                            <p:childTnLst>
                              <p:par>
                                <p:cTn id="61" nodeType="clickEffect" fill="hold" presetClass="entr" presetID="2" presetSubtype="4">
                                  <p:stCondLst>
                                    <p:cond delay="0"/>
                                  </p:stCondLst>
                                  <p:childTnLst>
                                    <p:set>
                                      <p:cBhvr>
                                        <p:cTn id="62" dur="1" fill="hold">
                                          <p:stCondLst>
                                            <p:cond delay="0"/>
                                          </p:stCondLst>
                                        </p:cTn>
                                        <p:tgtEl>
                                          <p:spTgt spid="364"/>
                                        </p:tgtEl>
                                        <p:attrNameLst>
                                          <p:attrName>style.visibility</p:attrName>
                                        </p:attrNameLst>
                                      </p:cBhvr>
                                      <p:to>
                                        <p:strVal val="visible"/>
                                      </p:to>
                                    </p:set>
                                    <p:anim calcmode="lin" valueType="num">
                                      <p:cBhvr additive="repl">
                                        <p:cTn id="63" dur="500" fill="hold"/>
                                        <p:tgtEl>
                                          <p:spTgt spid="364"/>
                                        </p:tgtEl>
                                        <p:attrNameLst>
                                          <p:attrName>ppt_x</p:attrName>
                                        </p:attrNameLst>
                                      </p:cBhvr>
                                      <p:tavLst>
                                        <p:tav tm="0">
                                          <p:val>
                                            <p:strVal val="#ppt_x"/>
                                          </p:val>
                                        </p:tav>
                                        <p:tav tm="100000">
                                          <p:val>
                                            <p:strVal val="#ppt_x"/>
                                          </p:val>
                                        </p:tav>
                                      </p:tavLst>
                                    </p:anim>
                                    <p:anim calcmode="lin" valueType="num">
                                      <p:cBhvr additive="repl">
                                        <p:cTn id="64" dur="500" fill="hold"/>
                                        <p:tgtEl>
                                          <p:spTgt spid="364"/>
                                        </p:tgtEl>
                                        <p:attrNameLst>
                                          <p:attrName>ppt_y</p:attrName>
                                        </p:attrNameLst>
                                      </p:cBhvr>
                                      <p:tavLst>
                                        <p:tav tm="0">
                                          <p:val>
                                            <p:strVal val="1+#ppt_h/2"/>
                                          </p:val>
                                        </p:tav>
                                        <p:tav tm="100000">
                                          <p:val>
                                            <p:strVal val="#ppt_y"/>
                                          </p:val>
                                        </p:tav>
                                      </p:tavLst>
                                    </p:anim>
                                  </p:childTnLst>
                                </p:cTn>
                              </p:par>
                            </p:childTnLst>
                          </p:cTn>
                        </p:par>
                      </p:childTnLst>
                    </p:cTn>
                  </p:par>
                  <p:par>
                    <p:cTn id="65" nodeType="clickEffect" fill="hold">
                      <p:stCondLst>
                        <p:cond delay="indefinite"/>
                      </p:stCondLst>
                      <p:childTnLst>
                        <p:par>
                          <p:cTn id="66" nodeType="withEffect" fill="hold">
                            <p:stCondLst>
                              <p:cond delay="0"/>
                            </p:stCondLst>
                            <p:childTnLst>
                              <p:par>
                                <p:cTn id="67" nodeType="clickEffect" fill="hold" presetClass="entr" presetID="2" presetSubtype="4">
                                  <p:stCondLst>
                                    <p:cond delay="0"/>
                                  </p:stCondLst>
                                  <p:childTnLst>
                                    <p:set>
                                      <p:cBhvr>
                                        <p:cTn id="68" dur="1" fill="hold">
                                          <p:stCondLst>
                                            <p:cond delay="0"/>
                                          </p:stCondLst>
                                        </p:cTn>
                                        <p:tgtEl>
                                          <p:spTgt spid="365"/>
                                        </p:tgtEl>
                                        <p:attrNameLst>
                                          <p:attrName>style.visibility</p:attrName>
                                        </p:attrNameLst>
                                      </p:cBhvr>
                                      <p:to>
                                        <p:strVal val="visible"/>
                                      </p:to>
                                    </p:set>
                                    <p:anim calcmode="lin" valueType="num">
                                      <p:cBhvr additive="repl">
                                        <p:cTn id="69" dur="500" fill="hold"/>
                                        <p:tgtEl>
                                          <p:spTgt spid="365"/>
                                        </p:tgtEl>
                                        <p:attrNameLst>
                                          <p:attrName>ppt_x</p:attrName>
                                        </p:attrNameLst>
                                      </p:cBhvr>
                                      <p:tavLst>
                                        <p:tav tm="0">
                                          <p:val>
                                            <p:strVal val="#ppt_x"/>
                                          </p:val>
                                        </p:tav>
                                        <p:tav tm="100000">
                                          <p:val>
                                            <p:strVal val="#ppt_x"/>
                                          </p:val>
                                        </p:tav>
                                      </p:tavLst>
                                    </p:anim>
                                    <p:anim calcmode="lin" valueType="num">
                                      <p:cBhvr additive="repl">
                                        <p:cTn id="70" dur="500" fill="hold"/>
                                        <p:tgtEl>
                                          <p:spTgt spid="3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title"/>
          </p:nvPr>
        </p:nvSpPr>
        <p:spPr>
          <a:xfrm>
            <a:off x="911160" y="519120"/>
            <a:ext cx="10898640" cy="1002960"/>
          </a:xfrm>
          <a:prstGeom prst="rect">
            <a:avLst/>
          </a:prstGeom>
          <a:noFill/>
          <a:ln w="0">
            <a:noFill/>
          </a:ln>
        </p:spPr>
        <p:txBody>
          <a:bodyPr anchor="t">
            <a:noAutofit/>
          </a:bodyPr>
          <a:p>
            <a:pPr algn="ctr">
              <a:lnSpc>
                <a:spcPct val="100000"/>
              </a:lnSpc>
              <a:buNone/>
            </a:pPr>
            <a:r>
              <a:rPr b="0" lang="ru-RU" sz="3400" spc="-1" strike="noStrike">
                <a:solidFill>
                  <a:srgbClr val="352379"/>
                </a:solidFill>
                <a:latin typeface="Times New Roman"/>
                <a:ea typeface="Arial"/>
              </a:rPr>
              <a:t>Эквивалентные преобразования пассивных участков электрической цепи</a:t>
            </a:r>
            <a:br>
              <a:rPr sz="3400"/>
            </a:br>
            <a:r>
              <a:rPr b="0" lang="ru-RU" sz="3400" spc="-1" strike="noStrike">
                <a:solidFill>
                  <a:srgbClr val="352379"/>
                </a:solidFill>
                <a:latin typeface="Times New Roman"/>
                <a:ea typeface="Arial"/>
              </a:rPr>
              <a:t>Последовательное соединение</a:t>
            </a:r>
            <a:endParaRPr b="0" lang="ru-RU" sz="3400" spc="-1" strike="noStrike">
              <a:solidFill>
                <a:srgbClr val="352379"/>
              </a:solidFill>
              <a:latin typeface="Montserrat"/>
            </a:endParaRPr>
          </a:p>
        </p:txBody>
      </p:sp>
      <p:pic>
        <p:nvPicPr>
          <p:cNvPr id="367" name="Picture 4" descr=""/>
          <p:cNvPicPr/>
          <p:nvPr/>
        </p:nvPicPr>
        <p:blipFill>
          <a:blip r:embed="rId1"/>
          <a:stretch/>
        </p:blipFill>
        <p:spPr>
          <a:xfrm>
            <a:off x="1072800" y="2147760"/>
            <a:ext cx="5616360" cy="2133360"/>
          </a:xfrm>
          <a:prstGeom prst="rect">
            <a:avLst/>
          </a:prstGeom>
          <a:ln w="0">
            <a:noFill/>
          </a:ln>
        </p:spPr>
      </p:pic>
      <p:sp>
        <p:nvSpPr>
          <p:cNvPr id="368" name="Text Box 5"/>
          <p:cNvSpPr/>
          <p:nvPr/>
        </p:nvSpPr>
        <p:spPr>
          <a:xfrm>
            <a:off x="619560" y="4766400"/>
            <a:ext cx="10742400" cy="130932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00000"/>
              </a:lnSpc>
              <a:buNone/>
              <a:tabLst>
                <a:tab algn="l" pos="0"/>
              </a:tabLst>
            </a:pPr>
            <a:r>
              <a:rPr b="0" lang="ru-RU" sz="2000" spc="-1" strike="noStrike">
                <a:solidFill>
                  <a:srgbClr val="352379"/>
                </a:solidFill>
                <a:latin typeface="Times New Roman"/>
                <a:ea typeface="Arial"/>
              </a:rPr>
              <a:t>Свойства последовательного соединения:</a:t>
            </a:r>
            <a:endParaRPr b="0" lang="ru-RU" sz="2000" spc="-1" strike="noStrike">
              <a:latin typeface="Arial"/>
            </a:endParaRPr>
          </a:p>
          <a:p>
            <a:pPr marL="343080" indent="-343080">
              <a:lnSpc>
                <a:spcPct val="100000"/>
              </a:lnSpc>
              <a:buClr>
                <a:srgbClr val="352379"/>
              </a:buClr>
              <a:buFont typeface="StarSymbol"/>
              <a:buAutoNum type="arabicParenR"/>
              <a:tabLst>
                <a:tab algn="l" pos="0"/>
              </a:tabLst>
            </a:pPr>
            <a:r>
              <a:rPr b="0" lang="ru-RU" sz="2000" spc="-1" strike="noStrike">
                <a:solidFill>
                  <a:srgbClr val="352379"/>
                </a:solidFill>
                <a:latin typeface="Times New Roman"/>
                <a:ea typeface="Arial"/>
              </a:rPr>
              <a:t>При последовательном соединении через все элементы протекает один и тот же ток</a:t>
            </a:r>
            <a:endParaRPr b="0" lang="ru-RU" sz="2000" spc="-1" strike="noStrike">
              <a:latin typeface="Arial"/>
            </a:endParaRPr>
          </a:p>
          <a:p>
            <a:pPr marL="343080" indent="-343080">
              <a:lnSpc>
                <a:spcPct val="100000"/>
              </a:lnSpc>
              <a:buClr>
                <a:srgbClr val="352379"/>
              </a:buClr>
              <a:buFont typeface="StarSymbol"/>
              <a:buAutoNum type="arabicParenR"/>
              <a:tabLst>
                <a:tab algn="l" pos="0"/>
              </a:tabLst>
            </a:pPr>
            <a:r>
              <a:rPr b="0" lang="ru-RU" sz="2000" spc="-1" strike="noStrike">
                <a:solidFill>
                  <a:srgbClr val="352379"/>
                </a:solidFill>
                <a:latin typeface="Times New Roman"/>
                <a:ea typeface="Arial"/>
              </a:rPr>
              <a:t>Напряжение на каждом из последовательно соединенных элементов меньше входного </a:t>
            </a:r>
            <a:r>
              <a:rPr b="0" lang="en-US" sz="2000" spc="-1" strike="noStrike">
                <a:solidFill>
                  <a:srgbClr val="352379"/>
                </a:solidFill>
                <a:latin typeface="Times New Roman"/>
                <a:ea typeface="Arial"/>
              </a:rPr>
              <a:t>Ui</a:t>
            </a:r>
            <a:r>
              <a:rPr b="0" lang="ru-RU" sz="2000" spc="-1" strike="noStrike">
                <a:solidFill>
                  <a:srgbClr val="352379"/>
                </a:solidFill>
                <a:latin typeface="Times New Roman"/>
                <a:ea typeface="Arial"/>
              </a:rPr>
              <a:t>&lt;</a:t>
            </a:r>
            <a:r>
              <a:rPr b="0" lang="en-US" sz="2000" spc="-1" strike="noStrike">
                <a:solidFill>
                  <a:srgbClr val="352379"/>
                </a:solidFill>
                <a:latin typeface="Times New Roman"/>
                <a:ea typeface="Arial"/>
              </a:rPr>
              <a:t>U</a:t>
            </a:r>
            <a:endParaRPr b="0" lang="ru-RU" sz="2000" spc="-1" strike="noStrike">
              <a:latin typeface="Arial"/>
            </a:endParaRPr>
          </a:p>
          <a:p>
            <a:pPr marL="343080" indent="-343080">
              <a:lnSpc>
                <a:spcPct val="100000"/>
              </a:lnSpc>
              <a:buClr>
                <a:srgbClr val="352379"/>
              </a:buClr>
              <a:buFont typeface="StarSymbol"/>
              <a:buAutoNum type="arabicParenR"/>
              <a:tabLst>
                <a:tab algn="l" pos="0"/>
              </a:tabLst>
            </a:pPr>
            <a:r>
              <a:rPr b="0" lang="ru-RU" sz="2000" spc="-1" strike="noStrike">
                <a:solidFill>
                  <a:srgbClr val="352379"/>
                </a:solidFill>
                <a:latin typeface="Times New Roman"/>
                <a:ea typeface="Arial"/>
              </a:rPr>
              <a:t>последовательное соединение является делителем напряжения</a:t>
            </a:r>
            <a:endParaRPr b="0" lang="ru-RU" sz="2000" spc="-1" strike="noStrike">
              <a:latin typeface="Arial"/>
            </a:endParaRPr>
          </a:p>
        </p:txBody>
      </p:sp>
      <p:sp>
        <p:nvSpPr>
          <p:cNvPr id="369" name="Rectangle 7"/>
          <p:cNvSpPr/>
          <p:nvPr/>
        </p:nvSpPr>
        <p:spPr>
          <a:xfrm>
            <a:off x="1523880" y="3130200"/>
            <a:ext cx="184320" cy="369000"/>
          </a:xfrm>
          <a:prstGeom prst="rect">
            <a:avLst/>
          </a:prstGeom>
          <a:noFill/>
          <a:ln w="0">
            <a:noFill/>
          </a:ln>
        </p:spPr>
        <p:style>
          <a:lnRef idx="0"/>
          <a:fillRef idx="0"/>
          <a:effectRef idx="0"/>
          <a:fontRef idx="minor"/>
        </p:style>
      </p:sp>
      <p:graphicFrame>
        <p:nvGraphicFramePr>
          <p:cNvPr id="370" name="Object 6"/>
          <p:cNvGraphicFramePr/>
          <p:nvPr/>
        </p:nvGraphicFramePr>
        <p:xfrm>
          <a:off x="7481160" y="2171160"/>
          <a:ext cx="2845800" cy="520560"/>
        </p:xfrm>
        <a:graphic>
          <a:graphicData uri="http://schemas.openxmlformats.org/presentationml/2006/ole">
            <p:oleObj progId="Equation.3" r:id="rId2" spid="">
              <p:embed/>
              <p:pic>
                <p:nvPicPr>
                  <p:cNvPr id="371" name="Object 6" descr=""/>
                  <p:cNvPicPr/>
                  <p:nvPr/>
                </p:nvPicPr>
                <p:blipFill>
                  <a:blip r:embed="rId3"/>
                  <a:stretch/>
                </p:blipFill>
                <p:spPr>
                  <a:xfrm>
                    <a:off x="7481160" y="2171160"/>
                    <a:ext cx="2845800" cy="520560"/>
                  </a:xfrm>
                  <a:prstGeom prst="rect">
                    <a:avLst/>
                  </a:prstGeom>
                  <a:ln w="0">
                    <a:noFill/>
                  </a:ln>
                </p:spPr>
              </p:pic>
            </p:oleObj>
          </a:graphicData>
        </a:graphic>
      </p:graphicFrame>
      <p:sp>
        <p:nvSpPr>
          <p:cNvPr id="372" name="Rectangle 9"/>
          <p:cNvSpPr/>
          <p:nvPr/>
        </p:nvSpPr>
        <p:spPr>
          <a:xfrm>
            <a:off x="1523880" y="3072960"/>
            <a:ext cx="184320" cy="369000"/>
          </a:xfrm>
          <a:prstGeom prst="rect">
            <a:avLst/>
          </a:prstGeom>
          <a:noFill/>
          <a:ln w="0">
            <a:noFill/>
          </a:ln>
        </p:spPr>
        <p:style>
          <a:lnRef idx="0"/>
          <a:fillRef idx="0"/>
          <a:effectRef idx="0"/>
          <a:fontRef idx="minor"/>
        </p:style>
      </p:sp>
      <p:graphicFrame>
        <p:nvGraphicFramePr>
          <p:cNvPr id="373" name="Object 8"/>
          <p:cNvGraphicFramePr/>
          <p:nvPr/>
        </p:nvGraphicFramePr>
        <p:xfrm>
          <a:off x="7562880" y="2822760"/>
          <a:ext cx="1341000" cy="713880"/>
        </p:xfrm>
        <a:graphic>
          <a:graphicData uri="http://schemas.openxmlformats.org/presentationml/2006/ole">
            <p:oleObj progId="Equation.3" r:id="rId4" spid="">
              <p:embed/>
              <p:pic>
                <p:nvPicPr>
                  <p:cNvPr id="374" name="Object 8" descr=""/>
                  <p:cNvPicPr/>
                  <p:nvPr/>
                </p:nvPicPr>
                <p:blipFill>
                  <a:blip r:embed="rId5"/>
                  <a:stretch/>
                </p:blipFill>
                <p:spPr>
                  <a:xfrm>
                    <a:off x="7562880" y="2822760"/>
                    <a:ext cx="1341000" cy="713880"/>
                  </a:xfrm>
                  <a:prstGeom prst="rect">
                    <a:avLst/>
                  </a:prstGeom>
                  <a:ln w="0">
                    <a:noFill/>
                  </a:ln>
                </p:spPr>
              </p:pic>
            </p:oleObj>
          </a:graphicData>
        </a:graphic>
      </p:graphicFrame>
      <p:sp>
        <p:nvSpPr>
          <p:cNvPr id="375" name="Rectangle 11"/>
          <p:cNvSpPr/>
          <p:nvPr/>
        </p:nvSpPr>
        <p:spPr>
          <a:xfrm>
            <a:off x="1523880" y="3030120"/>
            <a:ext cx="184320" cy="369000"/>
          </a:xfrm>
          <a:prstGeom prst="rect">
            <a:avLst/>
          </a:prstGeom>
          <a:noFill/>
          <a:ln w="0">
            <a:noFill/>
          </a:ln>
        </p:spPr>
        <p:style>
          <a:lnRef idx="0"/>
          <a:fillRef idx="0"/>
          <a:effectRef idx="0"/>
          <a:fontRef idx="minor"/>
        </p:style>
      </p:sp>
      <p:graphicFrame>
        <p:nvGraphicFramePr>
          <p:cNvPr id="376" name="Object 10"/>
          <p:cNvGraphicFramePr/>
          <p:nvPr/>
        </p:nvGraphicFramePr>
        <p:xfrm>
          <a:off x="7097040" y="3886920"/>
          <a:ext cx="4542120" cy="1007640"/>
        </p:xfrm>
        <a:graphic>
          <a:graphicData uri="http://schemas.openxmlformats.org/presentationml/2006/ole">
            <p:oleObj progId="Equation.3" r:id="rId6" spid="">
              <p:embed/>
              <p:pic>
                <p:nvPicPr>
                  <p:cNvPr id="377" name="Object 10" descr=""/>
                  <p:cNvPicPr/>
                  <p:nvPr/>
                </p:nvPicPr>
                <p:blipFill>
                  <a:blip r:embed="rId7"/>
                  <a:stretch/>
                </p:blipFill>
                <p:spPr>
                  <a:xfrm>
                    <a:off x="7097040" y="3886920"/>
                    <a:ext cx="4542120" cy="1007640"/>
                  </a:xfrm>
                  <a:prstGeom prst="rect">
                    <a:avLst/>
                  </a:prstGeom>
                  <a:ln w="0">
                    <a:noFill/>
                  </a:ln>
                </p:spPr>
              </p:pic>
            </p:oleObj>
          </a:graphicData>
        </a:graphic>
      </p:graphicFrame>
      <p:sp>
        <p:nvSpPr>
          <p:cNvPr id="378" name="Текст 11"/>
          <p:cNvSpPr/>
          <p:nvPr/>
        </p:nvSpPr>
        <p:spPr>
          <a:xfrm>
            <a:off x="479520" y="149400"/>
            <a:ext cx="9940680" cy="2761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buNone/>
              <a:tabLst>
                <a:tab algn="l" pos="0"/>
              </a:tabLst>
            </a:pPr>
            <a:r>
              <a:rPr b="0" lang="ru-RU" sz="2800" spc="-1" strike="noStrike">
                <a:solidFill>
                  <a:srgbClr val="ffffff"/>
                </a:solidFill>
                <a:latin typeface="Montserrat"/>
                <a:ea typeface="Arial"/>
              </a:rPr>
              <a:t>Кафедра ТЭЦ</a:t>
            </a:r>
            <a:endParaRPr b="0" lang="ru-RU" sz="2800" spc="-1" strike="noStrike">
              <a:latin typeface="Arial"/>
            </a:endParaRPr>
          </a:p>
        </p:txBody>
      </p:sp>
      <p:pic>
        <p:nvPicPr>
          <p:cNvPr id="379" name="" descr=""/>
          <p:cNvPicPr/>
          <p:nvPr/>
        </p:nvPicPr>
        <p:blipFill>
          <a:blip r:embed="rId8"/>
          <a:stretch/>
        </p:blipFill>
        <p:spPr>
          <a:xfrm>
            <a:off x="7480440" y="2158920"/>
            <a:ext cx="2844720" cy="520560"/>
          </a:xfrm>
          <a:prstGeom prst="rect">
            <a:avLst/>
          </a:prstGeom>
          <a:ln w="0">
            <a:noFill/>
          </a:ln>
        </p:spPr>
      </p:pic>
      <p:pic>
        <p:nvPicPr>
          <p:cNvPr id="380" name="" descr=""/>
          <p:cNvPicPr/>
          <p:nvPr/>
        </p:nvPicPr>
        <p:blipFill>
          <a:blip r:embed="rId9"/>
          <a:stretch/>
        </p:blipFill>
        <p:spPr>
          <a:xfrm>
            <a:off x="7556400" y="2819520"/>
            <a:ext cx="1333440" cy="711360"/>
          </a:xfrm>
          <a:prstGeom prst="rect">
            <a:avLst/>
          </a:prstGeom>
          <a:ln w="0">
            <a:noFill/>
          </a:ln>
        </p:spPr>
      </p:pic>
      <p:pic>
        <p:nvPicPr>
          <p:cNvPr id="381" name="" descr=""/>
          <p:cNvPicPr/>
          <p:nvPr/>
        </p:nvPicPr>
        <p:blipFill>
          <a:blip r:embed="rId10"/>
          <a:stretch/>
        </p:blipFill>
        <p:spPr>
          <a:xfrm>
            <a:off x="7086600" y="3886200"/>
            <a:ext cx="4533840" cy="100332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title"/>
          </p:nvPr>
        </p:nvSpPr>
        <p:spPr>
          <a:xfrm>
            <a:off x="955800" y="424800"/>
            <a:ext cx="10895760" cy="3003840"/>
          </a:xfrm>
          <a:prstGeom prst="rect">
            <a:avLst/>
          </a:prstGeom>
          <a:noFill/>
          <a:ln w="0">
            <a:noFill/>
          </a:ln>
        </p:spPr>
        <p:txBody>
          <a:bodyPr anchor="t">
            <a:noAutofit/>
          </a:bodyPr>
          <a:p>
            <a:pPr algn="ctr">
              <a:lnSpc>
                <a:spcPct val="100000"/>
              </a:lnSpc>
              <a:buNone/>
            </a:pPr>
            <a:r>
              <a:rPr b="0" lang="ru-RU" sz="3400" spc="-1" strike="noStrike">
                <a:solidFill>
                  <a:srgbClr val="352379"/>
                </a:solidFill>
                <a:latin typeface="Times New Roman"/>
                <a:ea typeface="Arial"/>
              </a:rPr>
              <a:t>Эквивалентные преобразования пассивных участков электрической цепи</a:t>
            </a:r>
            <a:br>
              <a:rPr sz="3400"/>
            </a:br>
            <a:r>
              <a:rPr b="0" lang="ru-RU" sz="3400" spc="-1" strike="noStrike">
                <a:solidFill>
                  <a:srgbClr val="352379"/>
                </a:solidFill>
                <a:latin typeface="Times New Roman"/>
                <a:ea typeface="Arial"/>
              </a:rPr>
              <a:t>Параллельное соединение</a:t>
            </a:r>
            <a:endParaRPr b="0" lang="ru-RU" sz="3400" spc="-1" strike="noStrike">
              <a:solidFill>
                <a:srgbClr val="352379"/>
              </a:solidFill>
              <a:latin typeface="Montserrat"/>
            </a:endParaRPr>
          </a:p>
        </p:txBody>
      </p:sp>
      <p:pic>
        <p:nvPicPr>
          <p:cNvPr id="383" name="Picture 4" descr=""/>
          <p:cNvPicPr/>
          <p:nvPr/>
        </p:nvPicPr>
        <p:blipFill>
          <a:blip r:embed="rId1"/>
          <a:stretch/>
        </p:blipFill>
        <p:spPr>
          <a:xfrm>
            <a:off x="406440" y="2004840"/>
            <a:ext cx="4824000" cy="2714400"/>
          </a:xfrm>
          <a:prstGeom prst="rect">
            <a:avLst/>
          </a:prstGeom>
          <a:ln w="0">
            <a:noFill/>
          </a:ln>
        </p:spPr>
      </p:pic>
      <p:sp>
        <p:nvSpPr>
          <p:cNvPr id="384" name="Text Box 5"/>
          <p:cNvSpPr/>
          <p:nvPr/>
        </p:nvSpPr>
        <p:spPr>
          <a:xfrm>
            <a:off x="1004760" y="5009040"/>
            <a:ext cx="10797120" cy="118692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00000"/>
              </a:lnSpc>
              <a:buNone/>
              <a:tabLst>
                <a:tab algn="l" pos="0"/>
              </a:tabLst>
            </a:pPr>
            <a:r>
              <a:rPr b="0" lang="ru-RU" sz="1800" spc="-1" strike="noStrike">
                <a:solidFill>
                  <a:srgbClr val="352379"/>
                </a:solidFill>
                <a:latin typeface="Times New Roman"/>
                <a:ea typeface="Arial"/>
              </a:rPr>
              <a:t>Свойства параллельного соединения</a:t>
            </a:r>
            <a:endParaRPr b="0" lang="ru-RU" sz="1800" spc="-1" strike="noStrike">
              <a:latin typeface="Arial"/>
            </a:endParaRPr>
          </a:p>
          <a:p>
            <a:pPr marL="343080" indent="-343080">
              <a:lnSpc>
                <a:spcPct val="100000"/>
              </a:lnSpc>
              <a:buClr>
                <a:srgbClr val="352379"/>
              </a:buClr>
              <a:buFont typeface="StarSymbol"/>
              <a:buAutoNum type="arabicParenR"/>
              <a:tabLst>
                <a:tab algn="l" pos="0"/>
              </a:tabLst>
            </a:pPr>
            <a:r>
              <a:rPr b="0" lang="ru-RU" sz="1800" spc="-1" strike="noStrike">
                <a:solidFill>
                  <a:srgbClr val="352379"/>
                </a:solidFill>
                <a:latin typeface="Times New Roman"/>
                <a:ea typeface="Arial"/>
              </a:rPr>
              <a:t>Каждая ветвь находится под одним и тем же напряжением источника</a:t>
            </a:r>
            <a:endParaRPr b="0" lang="ru-RU" sz="1800" spc="-1" strike="noStrike">
              <a:latin typeface="Arial"/>
            </a:endParaRPr>
          </a:p>
          <a:p>
            <a:pPr marL="343080" indent="-343080">
              <a:lnSpc>
                <a:spcPct val="100000"/>
              </a:lnSpc>
              <a:buClr>
                <a:srgbClr val="352379"/>
              </a:buClr>
              <a:buFont typeface="StarSymbol"/>
              <a:buAutoNum type="arabicParenR"/>
              <a:tabLst>
                <a:tab algn="l" pos="0"/>
              </a:tabLst>
            </a:pPr>
            <a:r>
              <a:rPr b="0" lang="ru-RU" sz="1800" spc="-1" strike="noStrike">
                <a:solidFill>
                  <a:srgbClr val="352379"/>
                </a:solidFill>
                <a:latin typeface="Times New Roman"/>
                <a:ea typeface="Arial"/>
              </a:rPr>
              <a:t>Эквивалентное сопротивление всегда меньше наименьшего из сопротивлений ветвей</a:t>
            </a:r>
            <a:endParaRPr b="0" lang="ru-RU" sz="1800" spc="-1" strike="noStrike">
              <a:latin typeface="Arial"/>
            </a:endParaRPr>
          </a:p>
          <a:p>
            <a:pPr marL="343080" indent="-343080">
              <a:lnSpc>
                <a:spcPct val="100000"/>
              </a:lnSpc>
              <a:buClr>
                <a:srgbClr val="352379"/>
              </a:buClr>
              <a:buFont typeface="StarSymbol"/>
              <a:buAutoNum type="arabicParenR"/>
              <a:tabLst>
                <a:tab algn="l" pos="0"/>
              </a:tabLst>
            </a:pPr>
            <a:r>
              <a:rPr b="0" lang="ru-RU" sz="1800" spc="-1" strike="noStrike">
                <a:solidFill>
                  <a:srgbClr val="352379"/>
                </a:solidFill>
                <a:latin typeface="Times New Roman"/>
                <a:ea typeface="Arial"/>
              </a:rPr>
              <a:t>Ток в каждой ветви всегда меньше тока источника. Параллельная цепь является делителем тока.</a:t>
            </a:r>
            <a:endParaRPr b="0" lang="ru-RU" sz="1800" spc="-1" strike="noStrike">
              <a:latin typeface="Arial"/>
            </a:endParaRPr>
          </a:p>
        </p:txBody>
      </p:sp>
      <p:graphicFrame>
        <p:nvGraphicFramePr>
          <p:cNvPr id="385" name="Object 6"/>
          <p:cNvGraphicFramePr/>
          <p:nvPr/>
        </p:nvGraphicFramePr>
        <p:xfrm>
          <a:off x="6776280" y="1942920"/>
          <a:ext cx="2447640" cy="510840"/>
        </p:xfrm>
        <a:graphic>
          <a:graphicData uri="http://schemas.openxmlformats.org/presentationml/2006/ole">
            <p:oleObj progId="Equation.3" r:id="rId2" spid="">
              <p:embed/>
              <p:pic>
                <p:nvPicPr>
                  <p:cNvPr id="386" name="Object 6" descr=""/>
                  <p:cNvPicPr/>
                  <p:nvPr/>
                </p:nvPicPr>
                <p:blipFill>
                  <a:blip r:embed="rId3"/>
                  <a:stretch/>
                </p:blipFill>
                <p:spPr>
                  <a:xfrm>
                    <a:off x="6776280" y="1942920"/>
                    <a:ext cx="2447640" cy="510840"/>
                  </a:xfrm>
                  <a:prstGeom prst="rect">
                    <a:avLst/>
                  </a:prstGeom>
                  <a:ln w="0">
                    <a:noFill/>
                  </a:ln>
                </p:spPr>
              </p:pic>
            </p:oleObj>
          </a:graphicData>
        </a:graphic>
      </p:graphicFrame>
      <p:graphicFrame>
        <p:nvGraphicFramePr>
          <p:cNvPr id="387" name="Object 8"/>
          <p:cNvGraphicFramePr/>
          <p:nvPr/>
        </p:nvGraphicFramePr>
        <p:xfrm>
          <a:off x="6758640" y="2405880"/>
          <a:ext cx="2231640" cy="655200"/>
        </p:xfrm>
        <a:graphic>
          <a:graphicData uri="http://schemas.openxmlformats.org/presentationml/2006/ole">
            <p:oleObj progId="Equation.3" r:id="rId4" spid="">
              <p:embed/>
              <p:pic>
                <p:nvPicPr>
                  <p:cNvPr id="388" name="Object 8" descr=""/>
                  <p:cNvPicPr/>
                  <p:nvPr/>
                </p:nvPicPr>
                <p:blipFill>
                  <a:blip r:embed="rId5"/>
                  <a:stretch/>
                </p:blipFill>
                <p:spPr>
                  <a:xfrm>
                    <a:off x="6758640" y="2405880"/>
                    <a:ext cx="2231640" cy="655200"/>
                  </a:xfrm>
                  <a:prstGeom prst="rect">
                    <a:avLst/>
                  </a:prstGeom>
                  <a:ln w="0">
                    <a:noFill/>
                  </a:ln>
                </p:spPr>
              </p:pic>
            </p:oleObj>
          </a:graphicData>
        </a:graphic>
      </p:graphicFrame>
      <p:sp>
        <p:nvSpPr>
          <p:cNvPr id="389" name="Rectangle 11"/>
          <p:cNvSpPr/>
          <p:nvPr/>
        </p:nvSpPr>
        <p:spPr>
          <a:xfrm>
            <a:off x="1523880" y="-184680"/>
            <a:ext cx="184320" cy="369000"/>
          </a:xfrm>
          <a:prstGeom prst="rect">
            <a:avLst/>
          </a:prstGeom>
          <a:noFill/>
          <a:ln w="0">
            <a:noFill/>
          </a:ln>
        </p:spPr>
        <p:style>
          <a:lnRef idx="0"/>
          <a:fillRef idx="0"/>
          <a:effectRef idx="0"/>
          <a:fontRef idx="minor"/>
        </p:style>
      </p:sp>
      <p:graphicFrame>
        <p:nvGraphicFramePr>
          <p:cNvPr id="390" name="Object 10"/>
          <p:cNvGraphicFramePr/>
          <p:nvPr/>
        </p:nvGraphicFramePr>
        <p:xfrm>
          <a:off x="6758640" y="3105720"/>
          <a:ext cx="2231640" cy="599760"/>
        </p:xfrm>
        <a:graphic>
          <a:graphicData uri="http://schemas.openxmlformats.org/presentationml/2006/ole">
            <p:oleObj progId="Equation.3" r:id="rId6" spid="">
              <p:embed/>
              <p:pic>
                <p:nvPicPr>
                  <p:cNvPr id="391" name="Object 10" descr=""/>
                  <p:cNvPicPr/>
                  <p:nvPr/>
                </p:nvPicPr>
                <p:blipFill>
                  <a:blip r:embed="rId7"/>
                  <a:stretch/>
                </p:blipFill>
                <p:spPr>
                  <a:xfrm>
                    <a:off x="6758640" y="3105720"/>
                    <a:ext cx="2231640" cy="599760"/>
                  </a:xfrm>
                  <a:prstGeom prst="rect">
                    <a:avLst/>
                  </a:prstGeom>
                  <a:ln w="0">
                    <a:noFill/>
                  </a:ln>
                </p:spPr>
              </p:pic>
            </p:oleObj>
          </a:graphicData>
        </a:graphic>
      </p:graphicFrame>
      <p:sp>
        <p:nvSpPr>
          <p:cNvPr id="392" name="Rectangle 13"/>
          <p:cNvSpPr/>
          <p:nvPr/>
        </p:nvSpPr>
        <p:spPr>
          <a:xfrm>
            <a:off x="1523880" y="3092040"/>
            <a:ext cx="184320" cy="369000"/>
          </a:xfrm>
          <a:prstGeom prst="rect">
            <a:avLst/>
          </a:prstGeom>
          <a:noFill/>
          <a:ln w="0">
            <a:noFill/>
          </a:ln>
        </p:spPr>
        <p:style>
          <a:lnRef idx="0"/>
          <a:fillRef idx="0"/>
          <a:effectRef idx="0"/>
          <a:fontRef idx="minor"/>
        </p:style>
      </p:sp>
      <p:graphicFrame>
        <p:nvGraphicFramePr>
          <p:cNvPr id="393" name="Object 12"/>
          <p:cNvGraphicFramePr/>
          <p:nvPr/>
        </p:nvGraphicFramePr>
        <p:xfrm>
          <a:off x="6743880" y="3723840"/>
          <a:ext cx="2231640" cy="615600"/>
        </p:xfrm>
        <a:graphic>
          <a:graphicData uri="http://schemas.openxmlformats.org/presentationml/2006/ole">
            <p:oleObj progId="Equation.3" r:id="rId8" spid="">
              <p:embed/>
              <p:pic>
                <p:nvPicPr>
                  <p:cNvPr id="394" name="Object 12" descr=""/>
                  <p:cNvPicPr/>
                  <p:nvPr/>
                </p:nvPicPr>
                <p:blipFill>
                  <a:blip r:embed="rId9"/>
                  <a:stretch/>
                </p:blipFill>
                <p:spPr>
                  <a:xfrm>
                    <a:off x="6743880" y="3723840"/>
                    <a:ext cx="2231640" cy="615600"/>
                  </a:xfrm>
                  <a:prstGeom prst="rect">
                    <a:avLst/>
                  </a:prstGeom>
                  <a:ln w="0">
                    <a:noFill/>
                  </a:ln>
                </p:spPr>
              </p:pic>
            </p:oleObj>
          </a:graphicData>
        </a:graphic>
      </p:graphicFrame>
      <p:sp>
        <p:nvSpPr>
          <p:cNvPr id="395" name="Rectangle 15"/>
          <p:cNvSpPr/>
          <p:nvPr/>
        </p:nvSpPr>
        <p:spPr>
          <a:xfrm>
            <a:off x="1523880" y="3115800"/>
            <a:ext cx="184320" cy="369000"/>
          </a:xfrm>
          <a:prstGeom prst="rect">
            <a:avLst/>
          </a:prstGeom>
          <a:noFill/>
          <a:ln w="0">
            <a:noFill/>
          </a:ln>
        </p:spPr>
        <p:style>
          <a:lnRef idx="0"/>
          <a:fillRef idx="0"/>
          <a:effectRef idx="0"/>
          <a:fontRef idx="minor"/>
        </p:style>
      </p:sp>
      <p:graphicFrame>
        <p:nvGraphicFramePr>
          <p:cNvPr id="396" name="Object 14"/>
          <p:cNvGraphicFramePr/>
          <p:nvPr/>
        </p:nvGraphicFramePr>
        <p:xfrm>
          <a:off x="6776280" y="4580280"/>
          <a:ext cx="1800000" cy="552240"/>
        </p:xfrm>
        <a:graphic>
          <a:graphicData uri="http://schemas.openxmlformats.org/presentationml/2006/ole">
            <p:oleObj progId="Equation.3" r:id="rId10" spid="">
              <p:embed/>
              <p:pic>
                <p:nvPicPr>
                  <p:cNvPr id="397" name="Object 14" descr=""/>
                  <p:cNvPicPr/>
                  <p:nvPr/>
                </p:nvPicPr>
                <p:blipFill>
                  <a:blip r:embed="rId11"/>
                  <a:stretch/>
                </p:blipFill>
                <p:spPr>
                  <a:xfrm>
                    <a:off x="6776280" y="4580280"/>
                    <a:ext cx="1800000" cy="552240"/>
                  </a:xfrm>
                  <a:prstGeom prst="rect">
                    <a:avLst/>
                  </a:prstGeom>
                  <a:ln w="0">
                    <a:noFill/>
                  </a:ln>
                </p:spPr>
              </p:pic>
            </p:oleObj>
          </a:graphicData>
        </a:graphic>
      </p:graphicFrame>
      <p:sp>
        <p:nvSpPr>
          <p:cNvPr id="398" name="Текст 11"/>
          <p:cNvSpPr/>
          <p:nvPr/>
        </p:nvSpPr>
        <p:spPr>
          <a:xfrm>
            <a:off x="479520" y="149400"/>
            <a:ext cx="9940680" cy="2761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buNone/>
              <a:tabLst>
                <a:tab algn="l" pos="0"/>
              </a:tabLst>
            </a:pPr>
            <a:r>
              <a:rPr b="0" lang="ru-RU" sz="2800" spc="-1" strike="noStrike">
                <a:solidFill>
                  <a:srgbClr val="ffffff"/>
                </a:solidFill>
                <a:latin typeface="Montserrat"/>
                <a:ea typeface="Arial"/>
              </a:rPr>
              <a:t>Кафедра ТЭЦ</a:t>
            </a:r>
            <a:endParaRPr b="0" lang="ru-RU" sz="2800" spc="-1" strike="noStrike">
              <a:latin typeface="Arial"/>
            </a:endParaRPr>
          </a:p>
        </p:txBody>
      </p:sp>
      <p:pic>
        <p:nvPicPr>
          <p:cNvPr id="399" name="" descr=""/>
          <p:cNvPicPr/>
          <p:nvPr/>
        </p:nvPicPr>
        <p:blipFill>
          <a:blip r:embed="rId12"/>
          <a:stretch/>
        </p:blipFill>
        <p:spPr>
          <a:xfrm>
            <a:off x="6769080" y="1930320"/>
            <a:ext cx="2438280" cy="507960"/>
          </a:xfrm>
          <a:prstGeom prst="rect">
            <a:avLst/>
          </a:prstGeom>
          <a:ln w="0">
            <a:noFill/>
          </a:ln>
        </p:spPr>
      </p:pic>
      <p:pic>
        <p:nvPicPr>
          <p:cNvPr id="400" name="" descr=""/>
          <p:cNvPicPr/>
          <p:nvPr/>
        </p:nvPicPr>
        <p:blipFill>
          <a:blip r:embed="rId13"/>
          <a:stretch/>
        </p:blipFill>
        <p:spPr>
          <a:xfrm>
            <a:off x="6756480" y="2400480"/>
            <a:ext cx="2222640" cy="647640"/>
          </a:xfrm>
          <a:prstGeom prst="rect">
            <a:avLst/>
          </a:prstGeom>
          <a:ln w="0">
            <a:noFill/>
          </a:ln>
        </p:spPr>
      </p:pic>
      <p:pic>
        <p:nvPicPr>
          <p:cNvPr id="401" name="" descr=""/>
          <p:cNvPicPr/>
          <p:nvPr/>
        </p:nvPicPr>
        <p:blipFill>
          <a:blip r:embed="rId14"/>
          <a:stretch/>
        </p:blipFill>
        <p:spPr>
          <a:xfrm>
            <a:off x="6756480" y="3098880"/>
            <a:ext cx="2222640" cy="596880"/>
          </a:xfrm>
          <a:prstGeom prst="rect">
            <a:avLst/>
          </a:prstGeom>
          <a:ln w="0">
            <a:noFill/>
          </a:ln>
        </p:spPr>
      </p:pic>
      <p:pic>
        <p:nvPicPr>
          <p:cNvPr id="402" name="" descr=""/>
          <p:cNvPicPr/>
          <p:nvPr/>
        </p:nvPicPr>
        <p:blipFill>
          <a:blip r:embed="rId15"/>
          <a:stretch/>
        </p:blipFill>
        <p:spPr>
          <a:xfrm>
            <a:off x="6743880" y="3720960"/>
            <a:ext cx="2222640" cy="609480"/>
          </a:xfrm>
          <a:prstGeom prst="rect">
            <a:avLst/>
          </a:prstGeom>
          <a:ln w="0">
            <a:noFill/>
          </a:ln>
        </p:spPr>
      </p:pic>
      <p:pic>
        <p:nvPicPr>
          <p:cNvPr id="403" name="" descr=""/>
          <p:cNvPicPr/>
          <p:nvPr/>
        </p:nvPicPr>
        <p:blipFill>
          <a:blip r:embed="rId16"/>
          <a:stretch/>
        </p:blipFill>
        <p:spPr>
          <a:xfrm>
            <a:off x="6769080" y="4572000"/>
            <a:ext cx="1790640" cy="54612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933840" y="469800"/>
            <a:ext cx="10898640" cy="1002960"/>
          </a:xfrm>
          <a:prstGeom prst="rect">
            <a:avLst/>
          </a:prstGeom>
          <a:noFill/>
          <a:ln w="0">
            <a:noFill/>
          </a:ln>
        </p:spPr>
        <p:txBody>
          <a:bodyPr anchor="t">
            <a:noAutofit/>
          </a:bodyPr>
          <a:p>
            <a:pPr algn="ctr">
              <a:lnSpc>
                <a:spcPct val="100000"/>
              </a:lnSpc>
              <a:buNone/>
            </a:pPr>
            <a:r>
              <a:rPr b="0" lang="ru-RU" sz="3000" spc="-1" strike="noStrike">
                <a:solidFill>
                  <a:srgbClr val="352379"/>
                </a:solidFill>
                <a:latin typeface="Times New Roman"/>
                <a:ea typeface="Arial"/>
              </a:rPr>
              <a:t>Эквивалентные преобразования пассивных участков электрической цепи</a:t>
            </a:r>
            <a:br>
              <a:rPr sz="3000"/>
            </a:br>
            <a:r>
              <a:rPr b="0" lang="ru-RU" sz="3000" spc="-1" strike="noStrike">
                <a:solidFill>
                  <a:srgbClr val="352379"/>
                </a:solidFill>
                <a:latin typeface="Times New Roman"/>
                <a:ea typeface="Arial"/>
              </a:rPr>
              <a:t>Частный случай параллельного соединения</a:t>
            </a:r>
            <a:endParaRPr b="0" lang="ru-RU" sz="3000" spc="-1" strike="noStrike">
              <a:solidFill>
                <a:srgbClr val="352379"/>
              </a:solidFill>
              <a:latin typeface="Montserrat"/>
            </a:endParaRPr>
          </a:p>
        </p:txBody>
      </p:sp>
      <p:pic>
        <p:nvPicPr>
          <p:cNvPr id="405" name="Picture 5" descr=""/>
          <p:cNvPicPr/>
          <p:nvPr/>
        </p:nvPicPr>
        <p:blipFill>
          <a:blip r:embed="rId1"/>
          <a:stretch/>
        </p:blipFill>
        <p:spPr>
          <a:xfrm>
            <a:off x="1055520" y="2092320"/>
            <a:ext cx="4103280" cy="2984040"/>
          </a:xfrm>
          <a:prstGeom prst="rect">
            <a:avLst/>
          </a:prstGeom>
          <a:ln w="0">
            <a:noFill/>
          </a:ln>
        </p:spPr>
      </p:pic>
      <p:graphicFrame>
        <p:nvGraphicFramePr>
          <p:cNvPr id="406" name="Object 6"/>
          <p:cNvGraphicFramePr/>
          <p:nvPr/>
        </p:nvGraphicFramePr>
        <p:xfrm>
          <a:off x="6167520" y="1773360"/>
          <a:ext cx="1296720" cy="637920"/>
        </p:xfrm>
        <a:graphic>
          <a:graphicData uri="http://schemas.openxmlformats.org/presentationml/2006/ole">
            <p:oleObj progId="Equation.3" r:id="rId2" spid="">
              <p:embed/>
              <p:pic>
                <p:nvPicPr>
                  <p:cNvPr id="407" name="Object 6" descr=""/>
                  <p:cNvPicPr/>
                  <p:nvPr/>
                </p:nvPicPr>
                <p:blipFill>
                  <a:blip r:embed="rId3"/>
                  <a:stretch/>
                </p:blipFill>
                <p:spPr>
                  <a:xfrm>
                    <a:off x="6167520" y="1773360"/>
                    <a:ext cx="1296720" cy="637920"/>
                  </a:xfrm>
                  <a:prstGeom prst="rect">
                    <a:avLst/>
                  </a:prstGeom>
                  <a:ln w="0">
                    <a:noFill/>
                  </a:ln>
                </p:spPr>
              </p:pic>
            </p:oleObj>
          </a:graphicData>
        </a:graphic>
      </p:graphicFrame>
      <p:graphicFrame>
        <p:nvGraphicFramePr>
          <p:cNvPr id="408" name="Object 8"/>
          <p:cNvGraphicFramePr/>
          <p:nvPr/>
        </p:nvGraphicFramePr>
        <p:xfrm>
          <a:off x="8472600" y="1773360"/>
          <a:ext cx="1510920" cy="672840"/>
        </p:xfrm>
        <a:graphic>
          <a:graphicData uri="http://schemas.openxmlformats.org/presentationml/2006/ole">
            <p:oleObj progId="Equation.3" r:id="rId4" spid="">
              <p:embed/>
              <p:pic>
                <p:nvPicPr>
                  <p:cNvPr id="409" name="Object 8" descr=""/>
                  <p:cNvPicPr/>
                  <p:nvPr/>
                </p:nvPicPr>
                <p:blipFill>
                  <a:blip r:embed="rId5"/>
                  <a:stretch/>
                </p:blipFill>
                <p:spPr>
                  <a:xfrm>
                    <a:off x="8472600" y="1773360"/>
                    <a:ext cx="1510920" cy="672840"/>
                  </a:xfrm>
                  <a:prstGeom prst="rect">
                    <a:avLst/>
                  </a:prstGeom>
                  <a:ln w="0">
                    <a:noFill/>
                  </a:ln>
                </p:spPr>
              </p:pic>
            </p:oleObj>
          </a:graphicData>
        </a:graphic>
      </p:graphicFrame>
      <p:graphicFrame>
        <p:nvGraphicFramePr>
          <p:cNvPr id="410" name="Object 10"/>
          <p:cNvGraphicFramePr/>
          <p:nvPr/>
        </p:nvGraphicFramePr>
        <p:xfrm>
          <a:off x="6383160" y="2565360"/>
          <a:ext cx="2015640" cy="644040"/>
        </p:xfrm>
        <a:graphic>
          <a:graphicData uri="http://schemas.openxmlformats.org/presentationml/2006/ole">
            <p:oleObj progId="Equation.3" r:id="rId6" spid="">
              <p:embed/>
              <p:pic>
                <p:nvPicPr>
                  <p:cNvPr id="411" name="Object 10" descr=""/>
                  <p:cNvPicPr/>
                  <p:nvPr/>
                </p:nvPicPr>
                <p:blipFill>
                  <a:blip r:embed="rId7"/>
                  <a:stretch/>
                </p:blipFill>
                <p:spPr>
                  <a:xfrm>
                    <a:off x="6383160" y="2565360"/>
                    <a:ext cx="2015640" cy="644040"/>
                  </a:xfrm>
                  <a:prstGeom prst="rect">
                    <a:avLst/>
                  </a:prstGeom>
                  <a:ln w="0">
                    <a:noFill/>
                  </a:ln>
                </p:spPr>
              </p:pic>
            </p:oleObj>
          </a:graphicData>
        </a:graphic>
      </p:graphicFrame>
      <p:graphicFrame>
        <p:nvGraphicFramePr>
          <p:cNvPr id="412" name="Object 12"/>
          <p:cNvGraphicFramePr/>
          <p:nvPr/>
        </p:nvGraphicFramePr>
        <p:xfrm>
          <a:off x="6311880" y="3213000"/>
          <a:ext cx="3600000" cy="842760"/>
        </p:xfrm>
        <a:graphic>
          <a:graphicData uri="http://schemas.openxmlformats.org/presentationml/2006/ole">
            <p:oleObj progId="Equation.3" r:id="rId8" spid="">
              <p:embed/>
              <p:pic>
                <p:nvPicPr>
                  <p:cNvPr id="413" name="Object 12" descr=""/>
                  <p:cNvPicPr/>
                  <p:nvPr/>
                </p:nvPicPr>
                <p:blipFill>
                  <a:blip r:embed="rId9"/>
                  <a:stretch/>
                </p:blipFill>
                <p:spPr>
                  <a:xfrm>
                    <a:off x="6311880" y="3213000"/>
                    <a:ext cx="3600000" cy="842760"/>
                  </a:xfrm>
                  <a:prstGeom prst="rect">
                    <a:avLst/>
                  </a:prstGeom>
                  <a:ln w="0">
                    <a:noFill/>
                  </a:ln>
                </p:spPr>
              </p:pic>
            </p:oleObj>
          </a:graphicData>
        </a:graphic>
      </p:graphicFrame>
      <p:graphicFrame>
        <p:nvGraphicFramePr>
          <p:cNvPr id="414" name="Object 14"/>
          <p:cNvGraphicFramePr/>
          <p:nvPr/>
        </p:nvGraphicFramePr>
        <p:xfrm>
          <a:off x="6311880" y="4149720"/>
          <a:ext cx="2160360" cy="885600"/>
        </p:xfrm>
        <a:graphic>
          <a:graphicData uri="http://schemas.openxmlformats.org/presentationml/2006/ole">
            <p:oleObj progId="Equation.3" r:id="rId10" spid="">
              <p:embed/>
              <p:pic>
                <p:nvPicPr>
                  <p:cNvPr id="415" name="Object 14" descr=""/>
                  <p:cNvPicPr/>
                  <p:nvPr/>
                </p:nvPicPr>
                <p:blipFill>
                  <a:blip r:embed="rId11"/>
                  <a:stretch/>
                </p:blipFill>
                <p:spPr>
                  <a:xfrm>
                    <a:off x="6311880" y="4149720"/>
                    <a:ext cx="2160360" cy="885600"/>
                  </a:xfrm>
                  <a:prstGeom prst="rect">
                    <a:avLst/>
                  </a:prstGeom>
                  <a:ln w="0">
                    <a:noFill/>
                  </a:ln>
                </p:spPr>
              </p:pic>
            </p:oleObj>
          </a:graphicData>
        </a:graphic>
      </p:graphicFrame>
      <p:graphicFrame>
        <p:nvGraphicFramePr>
          <p:cNvPr id="416" name="Object 16"/>
          <p:cNvGraphicFramePr/>
          <p:nvPr/>
        </p:nvGraphicFramePr>
        <p:xfrm>
          <a:off x="2063880" y="5084640"/>
          <a:ext cx="3168360" cy="901440"/>
        </p:xfrm>
        <a:graphic>
          <a:graphicData uri="http://schemas.openxmlformats.org/presentationml/2006/ole">
            <p:oleObj progId="Equation.3" r:id="rId12" spid="">
              <p:embed/>
              <p:pic>
                <p:nvPicPr>
                  <p:cNvPr id="417" name="Object 16" descr=""/>
                  <p:cNvPicPr/>
                  <p:nvPr/>
                </p:nvPicPr>
                <p:blipFill>
                  <a:blip r:embed="rId13"/>
                  <a:stretch/>
                </p:blipFill>
                <p:spPr>
                  <a:xfrm>
                    <a:off x="2063880" y="5084640"/>
                    <a:ext cx="3168360" cy="901440"/>
                  </a:xfrm>
                  <a:prstGeom prst="rect">
                    <a:avLst/>
                  </a:prstGeom>
                  <a:ln w="0">
                    <a:noFill/>
                  </a:ln>
                </p:spPr>
              </p:pic>
            </p:oleObj>
          </a:graphicData>
        </a:graphic>
      </p:graphicFrame>
      <p:graphicFrame>
        <p:nvGraphicFramePr>
          <p:cNvPr id="418" name="Object 18"/>
          <p:cNvGraphicFramePr/>
          <p:nvPr/>
        </p:nvGraphicFramePr>
        <p:xfrm>
          <a:off x="6311880" y="5084640"/>
          <a:ext cx="3311280" cy="929880"/>
        </p:xfrm>
        <a:graphic>
          <a:graphicData uri="http://schemas.openxmlformats.org/presentationml/2006/ole">
            <p:oleObj progId="Equation.3" r:id="rId14" spid="">
              <p:embed/>
              <p:pic>
                <p:nvPicPr>
                  <p:cNvPr id="419" name="Object 18" descr=""/>
                  <p:cNvPicPr/>
                  <p:nvPr/>
                </p:nvPicPr>
                <p:blipFill>
                  <a:blip r:embed="rId15"/>
                  <a:stretch/>
                </p:blipFill>
                <p:spPr>
                  <a:xfrm>
                    <a:off x="6311880" y="5084640"/>
                    <a:ext cx="3311280" cy="929880"/>
                  </a:xfrm>
                  <a:prstGeom prst="rect">
                    <a:avLst/>
                  </a:prstGeom>
                  <a:ln w="0">
                    <a:noFill/>
                  </a:ln>
                </p:spPr>
              </p:pic>
            </p:oleObj>
          </a:graphicData>
        </a:graphic>
      </p:graphicFrame>
      <p:sp>
        <p:nvSpPr>
          <p:cNvPr id="420" name="Текст 11"/>
          <p:cNvSpPr/>
          <p:nvPr/>
        </p:nvSpPr>
        <p:spPr>
          <a:xfrm>
            <a:off x="479520" y="149400"/>
            <a:ext cx="9940680" cy="2761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buNone/>
              <a:tabLst>
                <a:tab algn="l" pos="0"/>
              </a:tabLst>
            </a:pPr>
            <a:r>
              <a:rPr b="0" lang="ru-RU" sz="2800" spc="-1" strike="noStrike">
                <a:solidFill>
                  <a:srgbClr val="ffffff"/>
                </a:solidFill>
                <a:latin typeface="Montserrat"/>
                <a:ea typeface="Arial"/>
              </a:rPr>
              <a:t>Кафедра ТЭЦ</a:t>
            </a:r>
            <a:endParaRPr b="0" lang="ru-RU" sz="2800" spc="-1" strike="noStrike">
              <a:latin typeface="Arial"/>
            </a:endParaRPr>
          </a:p>
        </p:txBody>
      </p:sp>
      <p:pic>
        <p:nvPicPr>
          <p:cNvPr id="421" name="" descr=""/>
          <p:cNvPicPr/>
          <p:nvPr/>
        </p:nvPicPr>
        <p:blipFill>
          <a:blip r:embed="rId16"/>
          <a:stretch/>
        </p:blipFill>
        <p:spPr>
          <a:xfrm>
            <a:off x="6159600" y="1765440"/>
            <a:ext cx="1295280" cy="635040"/>
          </a:xfrm>
          <a:prstGeom prst="rect">
            <a:avLst/>
          </a:prstGeom>
          <a:ln w="0">
            <a:noFill/>
          </a:ln>
        </p:spPr>
      </p:pic>
      <p:pic>
        <p:nvPicPr>
          <p:cNvPr id="422" name="" descr=""/>
          <p:cNvPicPr/>
          <p:nvPr/>
        </p:nvPicPr>
        <p:blipFill>
          <a:blip r:embed="rId17"/>
          <a:stretch/>
        </p:blipFill>
        <p:spPr>
          <a:xfrm>
            <a:off x="8470800" y="1765440"/>
            <a:ext cx="1511280" cy="673200"/>
          </a:xfrm>
          <a:prstGeom prst="rect">
            <a:avLst/>
          </a:prstGeom>
          <a:ln w="0">
            <a:noFill/>
          </a:ln>
        </p:spPr>
      </p:pic>
      <p:pic>
        <p:nvPicPr>
          <p:cNvPr id="423" name="" descr=""/>
          <p:cNvPicPr/>
          <p:nvPr/>
        </p:nvPicPr>
        <p:blipFill>
          <a:blip r:embed="rId18"/>
          <a:stretch/>
        </p:blipFill>
        <p:spPr>
          <a:xfrm>
            <a:off x="6375240" y="2565360"/>
            <a:ext cx="2006640" cy="635040"/>
          </a:xfrm>
          <a:prstGeom prst="rect">
            <a:avLst/>
          </a:prstGeom>
          <a:ln w="0">
            <a:noFill/>
          </a:ln>
        </p:spPr>
      </p:pic>
      <p:pic>
        <p:nvPicPr>
          <p:cNvPr id="424" name="" descr=""/>
          <p:cNvPicPr/>
          <p:nvPr/>
        </p:nvPicPr>
        <p:blipFill>
          <a:blip r:embed="rId19"/>
          <a:stretch/>
        </p:blipFill>
        <p:spPr>
          <a:xfrm>
            <a:off x="6311880" y="3213000"/>
            <a:ext cx="3594240" cy="838080"/>
          </a:xfrm>
          <a:prstGeom prst="rect">
            <a:avLst/>
          </a:prstGeom>
          <a:ln w="0">
            <a:noFill/>
          </a:ln>
        </p:spPr>
      </p:pic>
      <p:pic>
        <p:nvPicPr>
          <p:cNvPr id="425" name="" descr=""/>
          <p:cNvPicPr/>
          <p:nvPr/>
        </p:nvPicPr>
        <p:blipFill>
          <a:blip r:embed="rId20"/>
          <a:stretch/>
        </p:blipFill>
        <p:spPr>
          <a:xfrm>
            <a:off x="6311880" y="4140360"/>
            <a:ext cx="2158920" cy="876240"/>
          </a:xfrm>
          <a:prstGeom prst="rect">
            <a:avLst/>
          </a:prstGeom>
          <a:ln w="0">
            <a:noFill/>
          </a:ln>
        </p:spPr>
      </p:pic>
      <p:pic>
        <p:nvPicPr>
          <p:cNvPr id="426" name="" descr=""/>
          <p:cNvPicPr/>
          <p:nvPr/>
        </p:nvPicPr>
        <p:blipFill>
          <a:blip r:embed="rId21"/>
          <a:stretch/>
        </p:blipFill>
        <p:spPr>
          <a:xfrm>
            <a:off x="2057400" y="5079960"/>
            <a:ext cx="3162240" cy="901800"/>
          </a:xfrm>
          <a:prstGeom prst="rect">
            <a:avLst/>
          </a:prstGeom>
          <a:ln w="0">
            <a:noFill/>
          </a:ln>
        </p:spPr>
      </p:pic>
      <p:pic>
        <p:nvPicPr>
          <p:cNvPr id="427" name="" descr=""/>
          <p:cNvPicPr/>
          <p:nvPr/>
        </p:nvPicPr>
        <p:blipFill>
          <a:blip r:embed="rId22"/>
          <a:stretch/>
        </p:blipFill>
        <p:spPr>
          <a:xfrm>
            <a:off x="6311880" y="5079960"/>
            <a:ext cx="3301920" cy="92700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title"/>
          </p:nvPr>
        </p:nvSpPr>
        <p:spPr>
          <a:xfrm>
            <a:off x="604440" y="413280"/>
            <a:ext cx="10898640" cy="1002960"/>
          </a:xfrm>
          <a:prstGeom prst="rect">
            <a:avLst/>
          </a:prstGeom>
          <a:noFill/>
          <a:ln w="0">
            <a:noFill/>
          </a:ln>
        </p:spPr>
        <p:txBody>
          <a:bodyPr anchor="t">
            <a:noAutofit/>
          </a:bodyPr>
          <a:p>
            <a:pPr algn="ctr">
              <a:lnSpc>
                <a:spcPct val="100000"/>
              </a:lnSpc>
              <a:buNone/>
            </a:pPr>
            <a:r>
              <a:rPr b="0" lang="ru-RU" sz="3400" spc="-1" strike="noStrike">
                <a:solidFill>
                  <a:srgbClr val="352379"/>
                </a:solidFill>
                <a:latin typeface="Times New Roman"/>
                <a:ea typeface="Arial"/>
              </a:rPr>
              <a:t>Эквивалентные преобразования пассивных участков электрической цепи</a:t>
            </a:r>
            <a:br>
              <a:rPr sz="3400"/>
            </a:br>
            <a:r>
              <a:rPr b="0" lang="ru-RU" sz="3400" spc="-1" strike="noStrike">
                <a:solidFill>
                  <a:srgbClr val="352379"/>
                </a:solidFill>
                <a:latin typeface="Times New Roman"/>
                <a:ea typeface="Arial"/>
              </a:rPr>
              <a:t>Смешанное соединение</a:t>
            </a:r>
            <a:endParaRPr b="0" lang="ru-RU" sz="3400" spc="-1" strike="noStrike">
              <a:solidFill>
                <a:srgbClr val="352379"/>
              </a:solidFill>
              <a:latin typeface="Montserrat"/>
            </a:endParaRPr>
          </a:p>
        </p:txBody>
      </p:sp>
      <p:pic>
        <p:nvPicPr>
          <p:cNvPr id="429" name="Picture 4" descr=""/>
          <p:cNvPicPr/>
          <p:nvPr/>
        </p:nvPicPr>
        <p:blipFill>
          <a:blip r:embed="rId1"/>
          <a:stretch/>
        </p:blipFill>
        <p:spPr>
          <a:xfrm>
            <a:off x="1131840" y="2833200"/>
            <a:ext cx="5111280" cy="2436480"/>
          </a:xfrm>
          <a:prstGeom prst="rect">
            <a:avLst/>
          </a:prstGeom>
          <a:ln w="0">
            <a:noFill/>
          </a:ln>
        </p:spPr>
      </p:pic>
      <p:sp>
        <p:nvSpPr>
          <p:cNvPr id="430" name="Rectangle 12"/>
          <p:cNvSpPr/>
          <p:nvPr/>
        </p:nvSpPr>
        <p:spPr>
          <a:xfrm>
            <a:off x="1523880" y="3030120"/>
            <a:ext cx="184320" cy="369000"/>
          </a:xfrm>
          <a:prstGeom prst="rect">
            <a:avLst/>
          </a:prstGeom>
          <a:noFill/>
          <a:ln w="0">
            <a:noFill/>
          </a:ln>
        </p:spPr>
        <p:style>
          <a:lnRef idx="0"/>
          <a:fillRef idx="0"/>
          <a:effectRef idx="0"/>
          <a:fontRef idx="minor"/>
        </p:style>
      </p:sp>
      <p:sp>
        <p:nvSpPr>
          <p:cNvPr id="431" name="Rectangle 14"/>
          <p:cNvSpPr/>
          <p:nvPr/>
        </p:nvSpPr>
        <p:spPr>
          <a:xfrm>
            <a:off x="1523880" y="3130200"/>
            <a:ext cx="184320" cy="369000"/>
          </a:xfrm>
          <a:prstGeom prst="rect">
            <a:avLst/>
          </a:prstGeom>
          <a:noFill/>
          <a:ln w="0">
            <a:noFill/>
          </a:ln>
        </p:spPr>
        <p:style>
          <a:lnRef idx="0"/>
          <a:fillRef idx="0"/>
          <a:effectRef idx="0"/>
          <a:fontRef idx="minor"/>
        </p:style>
      </p:sp>
      <p:sp>
        <p:nvSpPr>
          <p:cNvPr id="432" name="Rectangle 20"/>
          <p:cNvSpPr/>
          <p:nvPr/>
        </p:nvSpPr>
        <p:spPr>
          <a:xfrm>
            <a:off x="1523880" y="3039480"/>
            <a:ext cx="184320" cy="369000"/>
          </a:xfrm>
          <a:prstGeom prst="rect">
            <a:avLst/>
          </a:prstGeom>
          <a:noFill/>
          <a:ln w="0">
            <a:noFill/>
          </a:ln>
        </p:spPr>
        <p:style>
          <a:lnRef idx="0"/>
          <a:fillRef idx="0"/>
          <a:effectRef idx="0"/>
          <a:fontRef idx="minor"/>
        </p:style>
      </p:sp>
      <p:sp>
        <p:nvSpPr>
          <p:cNvPr id="433" name="Текст 11"/>
          <p:cNvSpPr/>
          <p:nvPr/>
        </p:nvSpPr>
        <p:spPr>
          <a:xfrm>
            <a:off x="479520" y="149400"/>
            <a:ext cx="9940680" cy="2761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buNone/>
              <a:tabLst>
                <a:tab algn="l" pos="0"/>
              </a:tabLst>
            </a:pPr>
            <a:r>
              <a:rPr b="0" lang="ru-RU" sz="2800" spc="-1" strike="noStrike">
                <a:solidFill>
                  <a:srgbClr val="ffffff"/>
                </a:solidFill>
                <a:latin typeface="Montserrat"/>
                <a:ea typeface="Arial"/>
              </a:rPr>
              <a:t>Кафедра ТЭЦ</a:t>
            </a:r>
            <a:endParaRPr b="0" lang="ru-RU" sz="28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title"/>
          </p:nvPr>
        </p:nvSpPr>
        <p:spPr>
          <a:xfrm>
            <a:off x="604440" y="413280"/>
            <a:ext cx="10898640" cy="1002960"/>
          </a:xfrm>
          <a:prstGeom prst="rect">
            <a:avLst/>
          </a:prstGeom>
          <a:noFill/>
          <a:ln w="0">
            <a:noFill/>
          </a:ln>
        </p:spPr>
        <p:txBody>
          <a:bodyPr anchor="t">
            <a:noAutofit/>
          </a:bodyPr>
          <a:p>
            <a:pPr algn="ctr">
              <a:lnSpc>
                <a:spcPct val="100000"/>
              </a:lnSpc>
              <a:buNone/>
            </a:pPr>
            <a:r>
              <a:rPr b="0" lang="ru-RU" sz="3400" spc="-1" strike="noStrike">
                <a:solidFill>
                  <a:srgbClr val="352379"/>
                </a:solidFill>
                <a:latin typeface="Times New Roman"/>
                <a:ea typeface="Arial"/>
              </a:rPr>
              <a:t>Эквивалентные преобразования пассивных участков электрической цепи</a:t>
            </a:r>
            <a:br>
              <a:rPr sz="3400"/>
            </a:br>
            <a:r>
              <a:rPr b="0" lang="ru-RU" sz="3400" spc="-1" strike="noStrike">
                <a:solidFill>
                  <a:srgbClr val="352379"/>
                </a:solidFill>
                <a:latin typeface="Times New Roman"/>
                <a:ea typeface="Arial"/>
              </a:rPr>
              <a:t>Смешанное соединение</a:t>
            </a:r>
            <a:endParaRPr b="0" lang="ru-RU" sz="3400" spc="-1" strike="noStrike">
              <a:solidFill>
                <a:srgbClr val="352379"/>
              </a:solidFill>
              <a:latin typeface="Montserrat"/>
            </a:endParaRPr>
          </a:p>
        </p:txBody>
      </p:sp>
      <p:pic>
        <p:nvPicPr>
          <p:cNvPr id="435" name="Picture 4" descr=""/>
          <p:cNvPicPr/>
          <p:nvPr/>
        </p:nvPicPr>
        <p:blipFill>
          <a:blip r:embed="rId1"/>
          <a:stretch/>
        </p:blipFill>
        <p:spPr>
          <a:xfrm>
            <a:off x="707040" y="2573640"/>
            <a:ext cx="5111280" cy="2436480"/>
          </a:xfrm>
          <a:prstGeom prst="rect">
            <a:avLst/>
          </a:prstGeom>
          <a:ln w="0">
            <a:noFill/>
          </a:ln>
        </p:spPr>
      </p:pic>
      <p:graphicFrame>
        <p:nvGraphicFramePr>
          <p:cNvPr id="436" name="Object 5"/>
          <p:cNvGraphicFramePr/>
          <p:nvPr/>
        </p:nvGraphicFramePr>
        <p:xfrm>
          <a:off x="7341480" y="1920600"/>
          <a:ext cx="3024000" cy="738000"/>
        </p:xfrm>
        <a:graphic>
          <a:graphicData uri="http://schemas.openxmlformats.org/presentationml/2006/ole">
            <p:oleObj progId="Equation.3" r:id="rId2" spid="">
              <p:embed/>
              <p:pic>
                <p:nvPicPr>
                  <p:cNvPr id="437" name="Object 5" descr=""/>
                  <p:cNvPicPr/>
                  <p:nvPr/>
                </p:nvPicPr>
                <p:blipFill>
                  <a:blip r:embed="rId3"/>
                  <a:stretch/>
                </p:blipFill>
                <p:spPr>
                  <a:xfrm>
                    <a:off x="7341480" y="1920600"/>
                    <a:ext cx="3024000" cy="738000"/>
                  </a:xfrm>
                  <a:prstGeom prst="rect">
                    <a:avLst/>
                  </a:prstGeom>
                  <a:ln w="0">
                    <a:noFill/>
                  </a:ln>
                </p:spPr>
              </p:pic>
            </p:oleObj>
          </a:graphicData>
        </a:graphic>
      </p:graphicFrame>
      <p:graphicFrame>
        <p:nvGraphicFramePr>
          <p:cNvPr id="438" name="Object 7"/>
          <p:cNvGraphicFramePr/>
          <p:nvPr/>
        </p:nvGraphicFramePr>
        <p:xfrm>
          <a:off x="7322040" y="2721960"/>
          <a:ext cx="1800000" cy="745920"/>
        </p:xfrm>
        <a:graphic>
          <a:graphicData uri="http://schemas.openxmlformats.org/presentationml/2006/ole">
            <p:oleObj progId="Equation.3" r:id="rId4" spid="">
              <p:embed/>
              <p:pic>
                <p:nvPicPr>
                  <p:cNvPr id="439" name="Object 7" descr=""/>
                  <p:cNvPicPr/>
                  <p:nvPr/>
                </p:nvPicPr>
                <p:blipFill>
                  <a:blip r:embed="rId5"/>
                  <a:stretch/>
                </p:blipFill>
                <p:spPr>
                  <a:xfrm>
                    <a:off x="7322040" y="2721960"/>
                    <a:ext cx="1800000" cy="745920"/>
                  </a:xfrm>
                  <a:prstGeom prst="rect">
                    <a:avLst/>
                  </a:prstGeom>
                  <a:ln w="0">
                    <a:noFill/>
                  </a:ln>
                </p:spPr>
              </p:pic>
            </p:oleObj>
          </a:graphicData>
        </a:graphic>
      </p:graphicFrame>
      <p:graphicFrame>
        <p:nvGraphicFramePr>
          <p:cNvPr id="440" name="Object 9"/>
          <p:cNvGraphicFramePr/>
          <p:nvPr/>
        </p:nvGraphicFramePr>
        <p:xfrm>
          <a:off x="7248600" y="3670200"/>
          <a:ext cx="1584000" cy="371160"/>
        </p:xfrm>
        <a:graphic>
          <a:graphicData uri="http://schemas.openxmlformats.org/presentationml/2006/ole">
            <p:oleObj progId="Equation.3" r:id="rId6" spid="">
              <p:embed/>
              <p:pic>
                <p:nvPicPr>
                  <p:cNvPr id="441" name="Object 9" descr=""/>
                  <p:cNvPicPr/>
                  <p:nvPr/>
                </p:nvPicPr>
                <p:blipFill>
                  <a:blip r:embed="rId7"/>
                  <a:stretch/>
                </p:blipFill>
                <p:spPr>
                  <a:xfrm>
                    <a:off x="7248600" y="3670200"/>
                    <a:ext cx="1584000" cy="371160"/>
                  </a:xfrm>
                  <a:prstGeom prst="rect">
                    <a:avLst/>
                  </a:prstGeom>
                  <a:ln w="0">
                    <a:noFill/>
                  </a:ln>
                </p:spPr>
              </p:pic>
            </p:oleObj>
          </a:graphicData>
        </a:graphic>
      </p:graphicFrame>
      <p:sp>
        <p:nvSpPr>
          <p:cNvPr id="442" name="Rectangle 12"/>
          <p:cNvSpPr/>
          <p:nvPr/>
        </p:nvSpPr>
        <p:spPr>
          <a:xfrm>
            <a:off x="1523880" y="3030120"/>
            <a:ext cx="184320" cy="369000"/>
          </a:xfrm>
          <a:prstGeom prst="rect">
            <a:avLst/>
          </a:prstGeom>
          <a:noFill/>
          <a:ln w="0">
            <a:noFill/>
          </a:ln>
        </p:spPr>
        <p:style>
          <a:lnRef idx="0"/>
          <a:fillRef idx="0"/>
          <a:effectRef idx="0"/>
          <a:fontRef idx="minor"/>
        </p:style>
      </p:sp>
      <p:graphicFrame>
        <p:nvGraphicFramePr>
          <p:cNvPr id="443" name="Object 11"/>
          <p:cNvGraphicFramePr/>
          <p:nvPr/>
        </p:nvGraphicFramePr>
        <p:xfrm>
          <a:off x="9177480" y="3449160"/>
          <a:ext cx="1294920" cy="896400"/>
        </p:xfrm>
        <a:graphic>
          <a:graphicData uri="http://schemas.openxmlformats.org/presentationml/2006/ole">
            <p:oleObj progId="Equation.3" r:id="rId8" spid="">
              <p:embed/>
              <p:pic>
                <p:nvPicPr>
                  <p:cNvPr id="444" name="Object 11" descr=""/>
                  <p:cNvPicPr/>
                  <p:nvPr/>
                </p:nvPicPr>
                <p:blipFill>
                  <a:blip r:embed="rId9"/>
                  <a:stretch/>
                </p:blipFill>
                <p:spPr>
                  <a:xfrm>
                    <a:off x="9177480" y="3449160"/>
                    <a:ext cx="1294920" cy="896400"/>
                  </a:xfrm>
                  <a:prstGeom prst="rect">
                    <a:avLst/>
                  </a:prstGeom>
                  <a:ln w="0">
                    <a:noFill/>
                  </a:ln>
                </p:spPr>
              </p:pic>
            </p:oleObj>
          </a:graphicData>
        </a:graphic>
      </p:graphicFrame>
      <p:sp>
        <p:nvSpPr>
          <p:cNvPr id="445" name="Rectangle 14"/>
          <p:cNvSpPr/>
          <p:nvPr/>
        </p:nvSpPr>
        <p:spPr>
          <a:xfrm>
            <a:off x="1523880" y="3130200"/>
            <a:ext cx="184320" cy="369000"/>
          </a:xfrm>
          <a:prstGeom prst="rect">
            <a:avLst/>
          </a:prstGeom>
          <a:noFill/>
          <a:ln w="0">
            <a:noFill/>
          </a:ln>
        </p:spPr>
        <p:style>
          <a:lnRef idx="0"/>
          <a:fillRef idx="0"/>
          <a:effectRef idx="0"/>
          <a:fontRef idx="minor"/>
        </p:style>
      </p:sp>
      <p:graphicFrame>
        <p:nvGraphicFramePr>
          <p:cNvPr id="446" name="Object 13"/>
          <p:cNvGraphicFramePr/>
          <p:nvPr/>
        </p:nvGraphicFramePr>
        <p:xfrm>
          <a:off x="7341480" y="4470840"/>
          <a:ext cx="2447640" cy="472680"/>
        </p:xfrm>
        <a:graphic>
          <a:graphicData uri="http://schemas.openxmlformats.org/presentationml/2006/ole">
            <p:oleObj progId="Equation.3" r:id="rId10" spid="">
              <p:embed/>
              <p:pic>
                <p:nvPicPr>
                  <p:cNvPr id="447" name="Object 13" descr=""/>
                  <p:cNvPicPr/>
                  <p:nvPr/>
                </p:nvPicPr>
                <p:blipFill>
                  <a:blip r:embed="rId11"/>
                  <a:stretch/>
                </p:blipFill>
                <p:spPr>
                  <a:xfrm>
                    <a:off x="7341480" y="4470840"/>
                    <a:ext cx="2447640" cy="472680"/>
                  </a:xfrm>
                  <a:prstGeom prst="rect">
                    <a:avLst/>
                  </a:prstGeom>
                  <a:ln w="0">
                    <a:noFill/>
                  </a:ln>
                </p:spPr>
              </p:pic>
            </p:oleObj>
          </a:graphicData>
        </a:graphic>
      </p:graphicFrame>
      <p:graphicFrame>
        <p:nvGraphicFramePr>
          <p:cNvPr id="448" name="Object 15"/>
          <p:cNvGraphicFramePr/>
          <p:nvPr/>
        </p:nvGraphicFramePr>
        <p:xfrm>
          <a:off x="1683720" y="5496840"/>
          <a:ext cx="1655280" cy="490320"/>
        </p:xfrm>
        <a:graphic>
          <a:graphicData uri="http://schemas.openxmlformats.org/presentationml/2006/ole">
            <p:oleObj progId="Equation.3" r:id="rId12" spid="">
              <p:embed/>
              <p:pic>
                <p:nvPicPr>
                  <p:cNvPr id="449" name="Object 15" descr=""/>
                  <p:cNvPicPr/>
                  <p:nvPr/>
                </p:nvPicPr>
                <p:blipFill>
                  <a:blip r:embed="rId13"/>
                  <a:stretch/>
                </p:blipFill>
                <p:spPr>
                  <a:xfrm>
                    <a:off x="1683720" y="5496840"/>
                    <a:ext cx="1655280" cy="490320"/>
                  </a:xfrm>
                  <a:prstGeom prst="rect">
                    <a:avLst/>
                  </a:prstGeom>
                  <a:ln w="0">
                    <a:noFill/>
                  </a:ln>
                </p:spPr>
              </p:pic>
            </p:oleObj>
          </a:graphicData>
        </a:graphic>
      </p:graphicFrame>
      <p:graphicFrame>
        <p:nvGraphicFramePr>
          <p:cNvPr id="450" name="Object 17"/>
          <p:cNvGraphicFramePr/>
          <p:nvPr/>
        </p:nvGraphicFramePr>
        <p:xfrm>
          <a:off x="4998960" y="5285880"/>
          <a:ext cx="1294920" cy="912600"/>
        </p:xfrm>
        <a:graphic>
          <a:graphicData uri="http://schemas.openxmlformats.org/presentationml/2006/ole">
            <p:oleObj progId="Equation.3" r:id="rId14" spid="">
              <p:embed/>
              <p:pic>
                <p:nvPicPr>
                  <p:cNvPr id="451" name="Object 17" descr=""/>
                  <p:cNvPicPr/>
                  <p:nvPr/>
                </p:nvPicPr>
                <p:blipFill>
                  <a:blip r:embed="rId15"/>
                  <a:stretch/>
                </p:blipFill>
                <p:spPr>
                  <a:xfrm>
                    <a:off x="4998960" y="5285880"/>
                    <a:ext cx="1294920" cy="912600"/>
                  </a:xfrm>
                  <a:prstGeom prst="rect">
                    <a:avLst/>
                  </a:prstGeom>
                  <a:ln w="0">
                    <a:noFill/>
                  </a:ln>
                </p:spPr>
              </p:pic>
            </p:oleObj>
          </a:graphicData>
        </a:graphic>
      </p:graphicFrame>
      <p:sp>
        <p:nvSpPr>
          <p:cNvPr id="452" name="Rectangle 20"/>
          <p:cNvSpPr/>
          <p:nvPr/>
        </p:nvSpPr>
        <p:spPr>
          <a:xfrm>
            <a:off x="1523880" y="3039480"/>
            <a:ext cx="184320" cy="369000"/>
          </a:xfrm>
          <a:prstGeom prst="rect">
            <a:avLst/>
          </a:prstGeom>
          <a:noFill/>
          <a:ln w="0">
            <a:noFill/>
          </a:ln>
        </p:spPr>
        <p:style>
          <a:lnRef idx="0"/>
          <a:fillRef idx="0"/>
          <a:effectRef idx="0"/>
          <a:fontRef idx="minor"/>
        </p:style>
      </p:sp>
      <p:graphicFrame>
        <p:nvGraphicFramePr>
          <p:cNvPr id="453" name="Object 19"/>
          <p:cNvGraphicFramePr/>
          <p:nvPr/>
        </p:nvGraphicFramePr>
        <p:xfrm>
          <a:off x="7953480" y="5376240"/>
          <a:ext cx="1223640" cy="821880"/>
        </p:xfrm>
        <a:graphic>
          <a:graphicData uri="http://schemas.openxmlformats.org/presentationml/2006/ole">
            <p:oleObj progId="Equation.3" r:id="rId16" spid="">
              <p:embed/>
              <p:pic>
                <p:nvPicPr>
                  <p:cNvPr id="454" name="Object 19" descr=""/>
                  <p:cNvPicPr/>
                  <p:nvPr/>
                </p:nvPicPr>
                <p:blipFill>
                  <a:blip r:embed="rId17"/>
                  <a:stretch/>
                </p:blipFill>
                <p:spPr>
                  <a:xfrm>
                    <a:off x="7953480" y="5376240"/>
                    <a:ext cx="1223640" cy="821880"/>
                  </a:xfrm>
                  <a:prstGeom prst="rect">
                    <a:avLst/>
                  </a:prstGeom>
                  <a:ln w="0">
                    <a:noFill/>
                  </a:ln>
                </p:spPr>
              </p:pic>
            </p:oleObj>
          </a:graphicData>
        </a:graphic>
      </p:graphicFrame>
      <p:sp>
        <p:nvSpPr>
          <p:cNvPr id="455" name="Текст 11"/>
          <p:cNvSpPr/>
          <p:nvPr/>
        </p:nvSpPr>
        <p:spPr>
          <a:xfrm>
            <a:off x="479520" y="149400"/>
            <a:ext cx="9940680" cy="2761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buNone/>
              <a:tabLst>
                <a:tab algn="l" pos="0"/>
              </a:tabLst>
            </a:pPr>
            <a:r>
              <a:rPr b="0" lang="ru-RU" sz="2800" spc="-1" strike="noStrike">
                <a:solidFill>
                  <a:srgbClr val="ffffff"/>
                </a:solidFill>
                <a:latin typeface="Montserrat"/>
                <a:ea typeface="Arial"/>
              </a:rPr>
              <a:t>Кафедра ТЭЦ</a:t>
            </a:r>
            <a:endParaRPr b="0" lang="ru-RU" sz="2800" spc="-1" strike="noStrike">
              <a:latin typeface="Arial"/>
            </a:endParaRPr>
          </a:p>
        </p:txBody>
      </p:sp>
      <p:pic>
        <p:nvPicPr>
          <p:cNvPr id="456" name="" descr=""/>
          <p:cNvPicPr/>
          <p:nvPr/>
        </p:nvPicPr>
        <p:blipFill>
          <a:blip r:embed="rId18"/>
          <a:stretch/>
        </p:blipFill>
        <p:spPr>
          <a:xfrm>
            <a:off x="7340760" y="1917720"/>
            <a:ext cx="3022560" cy="736560"/>
          </a:xfrm>
          <a:prstGeom prst="rect">
            <a:avLst/>
          </a:prstGeom>
          <a:ln w="0">
            <a:noFill/>
          </a:ln>
        </p:spPr>
      </p:pic>
      <p:pic>
        <p:nvPicPr>
          <p:cNvPr id="457" name="" descr=""/>
          <p:cNvPicPr/>
          <p:nvPr/>
        </p:nvPicPr>
        <p:blipFill>
          <a:blip r:embed="rId19"/>
          <a:stretch/>
        </p:blipFill>
        <p:spPr>
          <a:xfrm>
            <a:off x="7315200" y="2717640"/>
            <a:ext cx="1790640" cy="736560"/>
          </a:xfrm>
          <a:prstGeom prst="rect">
            <a:avLst/>
          </a:prstGeom>
          <a:ln w="0">
            <a:noFill/>
          </a:ln>
        </p:spPr>
      </p:pic>
      <p:pic>
        <p:nvPicPr>
          <p:cNvPr id="458" name="" descr=""/>
          <p:cNvPicPr/>
          <p:nvPr/>
        </p:nvPicPr>
        <p:blipFill>
          <a:blip r:embed="rId20"/>
          <a:stretch/>
        </p:blipFill>
        <p:spPr>
          <a:xfrm>
            <a:off x="7238880" y="3670200"/>
            <a:ext cx="1574640" cy="368280"/>
          </a:xfrm>
          <a:prstGeom prst="rect">
            <a:avLst/>
          </a:prstGeom>
          <a:ln w="0">
            <a:noFill/>
          </a:ln>
        </p:spPr>
      </p:pic>
      <p:pic>
        <p:nvPicPr>
          <p:cNvPr id="459" name="" descr=""/>
          <p:cNvPicPr/>
          <p:nvPr/>
        </p:nvPicPr>
        <p:blipFill>
          <a:blip r:embed="rId21"/>
          <a:stretch/>
        </p:blipFill>
        <p:spPr>
          <a:xfrm>
            <a:off x="9169560" y="3441600"/>
            <a:ext cx="1295280" cy="888840"/>
          </a:xfrm>
          <a:prstGeom prst="rect">
            <a:avLst/>
          </a:prstGeom>
          <a:ln w="0">
            <a:noFill/>
          </a:ln>
        </p:spPr>
      </p:pic>
      <p:pic>
        <p:nvPicPr>
          <p:cNvPr id="460" name="" descr=""/>
          <p:cNvPicPr/>
          <p:nvPr/>
        </p:nvPicPr>
        <p:blipFill>
          <a:blip r:embed="rId22"/>
          <a:stretch/>
        </p:blipFill>
        <p:spPr>
          <a:xfrm>
            <a:off x="7340760" y="4470480"/>
            <a:ext cx="2438280" cy="469800"/>
          </a:xfrm>
          <a:prstGeom prst="rect">
            <a:avLst/>
          </a:prstGeom>
          <a:ln w="0">
            <a:noFill/>
          </a:ln>
        </p:spPr>
      </p:pic>
      <p:pic>
        <p:nvPicPr>
          <p:cNvPr id="461" name="" descr=""/>
          <p:cNvPicPr/>
          <p:nvPr/>
        </p:nvPicPr>
        <p:blipFill>
          <a:blip r:embed="rId23"/>
          <a:stretch/>
        </p:blipFill>
        <p:spPr>
          <a:xfrm>
            <a:off x="1676520" y="5486400"/>
            <a:ext cx="1650960" cy="482760"/>
          </a:xfrm>
          <a:prstGeom prst="rect">
            <a:avLst/>
          </a:prstGeom>
          <a:ln w="0">
            <a:noFill/>
          </a:ln>
        </p:spPr>
      </p:pic>
      <p:pic>
        <p:nvPicPr>
          <p:cNvPr id="462" name="" descr=""/>
          <p:cNvPicPr/>
          <p:nvPr/>
        </p:nvPicPr>
        <p:blipFill>
          <a:blip r:embed="rId24"/>
          <a:stretch/>
        </p:blipFill>
        <p:spPr>
          <a:xfrm>
            <a:off x="4991040" y="5283360"/>
            <a:ext cx="1295280" cy="901800"/>
          </a:xfrm>
          <a:prstGeom prst="rect">
            <a:avLst/>
          </a:prstGeom>
          <a:ln w="0">
            <a:noFill/>
          </a:ln>
        </p:spPr>
      </p:pic>
      <p:pic>
        <p:nvPicPr>
          <p:cNvPr id="463" name="" descr=""/>
          <p:cNvPicPr/>
          <p:nvPr/>
        </p:nvPicPr>
        <p:blipFill>
          <a:blip r:embed="rId25"/>
          <a:stretch/>
        </p:blipFill>
        <p:spPr>
          <a:xfrm>
            <a:off x="7950240" y="5372280"/>
            <a:ext cx="1219320" cy="81288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title"/>
          </p:nvPr>
        </p:nvSpPr>
        <p:spPr>
          <a:xfrm>
            <a:off x="769680" y="402120"/>
            <a:ext cx="10898640" cy="1002960"/>
          </a:xfrm>
          <a:prstGeom prst="rect">
            <a:avLst/>
          </a:prstGeom>
          <a:noFill/>
          <a:ln w="0">
            <a:noFill/>
          </a:ln>
        </p:spPr>
        <p:txBody>
          <a:bodyPr anchor="t">
            <a:noAutofit/>
          </a:bodyPr>
          <a:p>
            <a:pPr algn="ctr">
              <a:lnSpc>
                <a:spcPct val="100000"/>
              </a:lnSpc>
              <a:buNone/>
            </a:pPr>
            <a:r>
              <a:rPr b="0" lang="ru-RU" sz="3400" spc="-1" strike="noStrike">
                <a:solidFill>
                  <a:srgbClr val="352379"/>
                </a:solidFill>
                <a:latin typeface="Times New Roman"/>
                <a:ea typeface="Arial"/>
              </a:rPr>
              <a:t>Эквивалентные преобразования пассивных участков электрической цепи</a:t>
            </a:r>
            <a:br>
              <a:rPr sz="3400"/>
            </a:br>
            <a:r>
              <a:rPr b="0" lang="ru-RU" sz="3400" spc="-1" strike="noStrike">
                <a:solidFill>
                  <a:srgbClr val="352379"/>
                </a:solidFill>
                <a:latin typeface="Times New Roman"/>
                <a:ea typeface="Arial"/>
              </a:rPr>
              <a:t>Соединение звездой</a:t>
            </a:r>
            <a:r>
              <a:rPr b="0" lang="en-US" sz="3400" spc="-1" strike="noStrike">
                <a:solidFill>
                  <a:srgbClr val="352379"/>
                </a:solidFill>
                <a:latin typeface="Times New Roman"/>
                <a:ea typeface="Arial"/>
              </a:rPr>
              <a:t> </a:t>
            </a:r>
            <a:r>
              <a:rPr b="0" lang="ru-RU" sz="3400" spc="-1" strike="noStrike">
                <a:solidFill>
                  <a:srgbClr val="352379"/>
                </a:solidFill>
                <a:latin typeface="Times New Roman"/>
                <a:ea typeface="Arial"/>
              </a:rPr>
              <a:t>и треугольником</a:t>
            </a:r>
            <a:endParaRPr b="0" lang="ru-RU" sz="3400" spc="-1" strike="noStrike">
              <a:solidFill>
                <a:srgbClr val="352379"/>
              </a:solidFill>
              <a:latin typeface="Montserrat"/>
            </a:endParaRPr>
          </a:p>
        </p:txBody>
      </p:sp>
      <p:pic>
        <p:nvPicPr>
          <p:cNvPr id="465" name="Picture 4" descr=""/>
          <p:cNvPicPr/>
          <p:nvPr/>
        </p:nvPicPr>
        <p:blipFill>
          <a:blip r:embed="rId1"/>
          <a:stretch/>
        </p:blipFill>
        <p:spPr>
          <a:xfrm>
            <a:off x="1343160" y="2582640"/>
            <a:ext cx="4320720" cy="2793600"/>
          </a:xfrm>
          <a:prstGeom prst="rect">
            <a:avLst/>
          </a:prstGeom>
          <a:ln w="0">
            <a:noFill/>
          </a:ln>
        </p:spPr>
      </p:pic>
      <p:pic>
        <p:nvPicPr>
          <p:cNvPr id="466" name="Picture 5" descr=""/>
          <p:cNvPicPr/>
          <p:nvPr/>
        </p:nvPicPr>
        <p:blipFill>
          <a:blip r:embed="rId2"/>
          <a:stretch/>
        </p:blipFill>
        <p:spPr>
          <a:xfrm>
            <a:off x="6698880" y="2582640"/>
            <a:ext cx="3384360" cy="2800080"/>
          </a:xfrm>
          <a:prstGeom prst="rect">
            <a:avLst/>
          </a:prstGeom>
          <a:ln w="0">
            <a:noFill/>
          </a:ln>
        </p:spPr>
      </p:pic>
      <p:sp>
        <p:nvSpPr>
          <p:cNvPr id="467" name="Текст 11"/>
          <p:cNvSpPr/>
          <p:nvPr/>
        </p:nvSpPr>
        <p:spPr>
          <a:xfrm>
            <a:off x="479520" y="149400"/>
            <a:ext cx="9940680" cy="2761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buNone/>
              <a:tabLst>
                <a:tab algn="l" pos="0"/>
              </a:tabLst>
            </a:pPr>
            <a:r>
              <a:rPr b="0" lang="ru-RU" sz="2800" spc="-1" strike="noStrike">
                <a:solidFill>
                  <a:srgbClr val="ffffff"/>
                </a:solidFill>
                <a:latin typeface="Montserrat"/>
                <a:ea typeface="Arial"/>
              </a:rPr>
              <a:t>Кафедра ТЭЦ</a:t>
            </a:r>
            <a:endParaRPr b="0" lang="ru-RU" sz="28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title"/>
          </p:nvPr>
        </p:nvSpPr>
        <p:spPr>
          <a:xfrm>
            <a:off x="848880" y="409680"/>
            <a:ext cx="10667520" cy="1068120"/>
          </a:xfrm>
          <a:prstGeom prst="rect">
            <a:avLst/>
          </a:prstGeom>
          <a:noFill/>
          <a:ln w="0">
            <a:noFill/>
          </a:ln>
        </p:spPr>
        <p:txBody>
          <a:bodyPr anchor="t">
            <a:noAutofit/>
          </a:bodyPr>
          <a:p>
            <a:pPr algn="ctr">
              <a:lnSpc>
                <a:spcPct val="100000"/>
              </a:lnSpc>
              <a:buNone/>
            </a:pPr>
            <a:r>
              <a:rPr b="0" lang="ru-RU" sz="3400" spc="-1" strike="noStrike">
                <a:solidFill>
                  <a:srgbClr val="352379"/>
                </a:solidFill>
                <a:latin typeface="Times New Roman"/>
                <a:ea typeface="Arial"/>
              </a:rPr>
              <a:t>Эквивалентные преобразования пассивных участков электрической цепи</a:t>
            </a:r>
            <a:br>
              <a:rPr sz="3400"/>
            </a:br>
            <a:r>
              <a:rPr b="0" lang="ru-RU" sz="3400" spc="-1" strike="noStrike">
                <a:solidFill>
                  <a:srgbClr val="352379"/>
                </a:solidFill>
                <a:latin typeface="Times New Roman"/>
                <a:ea typeface="Arial"/>
              </a:rPr>
              <a:t>Формулы перехода</a:t>
            </a:r>
            <a:endParaRPr b="0" lang="ru-RU" sz="3400" spc="-1" strike="noStrike">
              <a:solidFill>
                <a:srgbClr val="352379"/>
              </a:solidFill>
              <a:latin typeface="Montserrat"/>
            </a:endParaRPr>
          </a:p>
        </p:txBody>
      </p:sp>
      <p:graphicFrame>
        <p:nvGraphicFramePr>
          <p:cNvPr id="469" name="Object 5"/>
          <p:cNvGraphicFramePr/>
          <p:nvPr/>
        </p:nvGraphicFramePr>
        <p:xfrm>
          <a:off x="2208240" y="2708280"/>
          <a:ext cx="3528720" cy="1002960"/>
        </p:xfrm>
        <a:graphic>
          <a:graphicData uri="http://schemas.openxmlformats.org/presentationml/2006/ole">
            <p:oleObj progId="Equation.3" r:id="rId1" spid="">
              <p:embed/>
              <p:pic>
                <p:nvPicPr>
                  <p:cNvPr id="470" name="Object 5" descr=""/>
                  <p:cNvPicPr/>
                  <p:nvPr/>
                </p:nvPicPr>
                <p:blipFill>
                  <a:blip r:embed="rId2"/>
                  <a:stretch/>
                </p:blipFill>
                <p:spPr>
                  <a:xfrm>
                    <a:off x="2208240" y="2708280"/>
                    <a:ext cx="3528720" cy="1002960"/>
                  </a:xfrm>
                  <a:prstGeom prst="rect">
                    <a:avLst/>
                  </a:prstGeom>
                  <a:ln w="0">
                    <a:noFill/>
                  </a:ln>
                </p:spPr>
              </p:pic>
            </p:oleObj>
          </a:graphicData>
        </a:graphic>
      </p:graphicFrame>
      <p:graphicFrame>
        <p:nvGraphicFramePr>
          <p:cNvPr id="471" name="Object 9"/>
          <p:cNvGraphicFramePr/>
          <p:nvPr/>
        </p:nvGraphicFramePr>
        <p:xfrm>
          <a:off x="2208240" y="3860640"/>
          <a:ext cx="3384360" cy="944280"/>
        </p:xfrm>
        <a:graphic>
          <a:graphicData uri="http://schemas.openxmlformats.org/presentationml/2006/ole">
            <p:oleObj progId="Equation.3" r:id="rId3" spid="">
              <p:embed/>
              <p:pic>
                <p:nvPicPr>
                  <p:cNvPr id="472" name="Object 9" descr=""/>
                  <p:cNvPicPr/>
                  <p:nvPr/>
                </p:nvPicPr>
                <p:blipFill>
                  <a:blip r:embed="rId4"/>
                  <a:stretch/>
                </p:blipFill>
                <p:spPr>
                  <a:xfrm>
                    <a:off x="2208240" y="3860640"/>
                    <a:ext cx="3384360" cy="944280"/>
                  </a:xfrm>
                  <a:prstGeom prst="rect">
                    <a:avLst/>
                  </a:prstGeom>
                  <a:ln w="0">
                    <a:noFill/>
                  </a:ln>
                </p:spPr>
              </p:pic>
            </p:oleObj>
          </a:graphicData>
        </a:graphic>
      </p:graphicFrame>
      <p:graphicFrame>
        <p:nvGraphicFramePr>
          <p:cNvPr id="473" name="Object 11"/>
          <p:cNvGraphicFramePr/>
          <p:nvPr/>
        </p:nvGraphicFramePr>
        <p:xfrm>
          <a:off x="2063880" y="4941720"/>
          <a:ext cx="3528720" cy="993240"/>
        </p:xfrm>
        <a:graphic>
          <a:graphicData uri="http://schemas.openxmlformats.org/presentationml/2006/ole">
            <p:oleObj progId="Equation.3" r:id="rId5" spid="">
              <p:embed/>
              <p:pic>
                <p:nvPicPr>
                  <p:cNvPr id="474" name="Object 11" descr=""/>
                  <p:cNvPicPr/>
                  <p:nvPr/>
                </p:nvPicPr>
                <p:blipFill>
                  <a:blip r:embed="rId6"/>
                  <a:stretch/>
                </p:blipFill>
                <p:spPr>
                  <a:xfrm>
                    <a:off x="2063880" y="4941720"/>
                    <a:ext cx="3528720" cy="993240"/>
                  </a:xfrm>
                  <a:prstGeom prst="rect">
                    <a:avLst/>
                  </a:prstGeom>
                  <a:ln w="0">
                    <a:noFill/>
                  </a:ln>
                </p:spPr>
              </p:pic>
            </p:oleObj>
          </a:graphicData>
        </a:graphic>
      </p:graphicFrame>
      <p:graphicFrame>
        <p:nvGraphicFramePr>
          <p:cNvPr id="475" name="Object 15"/>
          <p:cNvGraphicFramePr/>
          <p:nvPr/>
        </p:nvGraphicFramePr>
        <p:xfrm>
          <a:off x="6311880" y="2781360"/>
          <a:ext cx="3931920" cy="1012320"/>
        </p:xfrm>
        <a:graphic>
          <a:graphicData uri="http://schemas.openxmlformats.org/presentationml/2006/ole">
            <p:oleObj progId="Equation.3" r:id="rId7" spid="">
              <p:embed/>
              <p:pic>
                <p:nvPicPr>
                  <p:cNvPr id="476" name="Object 15" descr=""/>
                  <p:cNvPicPr/>
                  <p:nvPr/>
                </p:nvPicPr>
                <p:blipFill>
                  <a:blip r:embed="rId8"/>
                  <a:stretch/>
                </p:blipFill>
                <p:spPr>
                  <a:xfrm>
                    <a:off x="6311880" y="2781360"/>
                    <a:ext cx="3931920" cy="1012320"/>
                  </a:xfrm>
                  <a:prstGeom prst="rect">
                    <a:avLst/>
                  </a:prstGeom>
                  <a:ln w="0">
                    <a:noFill/>
                  </a:ln>
                </p:spPr>
              </p:pic>
            </p:oleObj>
          </a:graphicData>
        </a:graphic>
      </p:graphicFrame>
      <p:graphicFrame>
        <p:nvGraphicFramePr>
          <p:cNvPr id="477" name="Object 16"/>
          <p:cNvGraphicFramePr/>
          <p:nvPr/>
        </p:nvGraphicFramePr>
        <p:xfrm>
          <a:off x="6240600" y="3933720"/>
          <a:ext cx="4008240" cy="1002960"/>
        </p:xfrm>
        <a:graphic>
          <a:graphicData uri="http://schemas.openxmlformats.org/presentationml/2006/ole">
            <p:oleObj progId="Equation.3" r:id="rId9" spid="">
              <p:embed/>
              <p:pic>
                <p:nvPicPr>
                  <p:cNvPr id="478" name="Object 16" descr=""/>
                  <p:cNvPicPr/>
                  <p:nvPr/>
                </p:nvPicPr>
                <p:blipFill>
                  <a:blip r:embed="rId10"/>
                  <a:stretch/>
                </p:blipFill>
                <p:spPr>
                  <a:xfrm>
                    <a:off x="6240600" y="3933720"/>
                    <a:ext cx="4008240" cy="1002960"/>
                  </a:xfrm>
                  <a:prstGeom prst="rect">
                    <a:avLst/>
                  </a:prstGeom>
                  <a:ln w="0">
                    <a:noFill/>
                  </a:ln>
                </p:spPr>
              </p:pic>
            </p:oleObj>
          </a:graphicData>
        </a:graphic>
      </p:graphicFrame>
      <p:graphicFrame>
        <p:nvGraphicFramePr>
          <p:cNvPr id="479" name="Object 17"/>
          <p:cNvGraphicFramePr/>
          <p:nvPr/>
        </p:nvGraphicFramePr>
        <p:xfrm>
          <a:off x="6383160" y="5084640"/>
          <a:ext cx="3931920" cy="1034640"/>
        </p:xfrm>
        <a:graphic>
          <a:graphicData uri="http://schemas.openxmlformats.org/presentationml/2006/ole">
            <p:oleObj progId="Equation.3" r:id="rId11" spid="">
              <p:embed/>
              <p:pic>
                <p:nvPicPr>
                  <p:cNvPr id="480" name="Object 17" descr=""/>
                  <p:cNvPicPr/>
                  <p:nvPr/>
                </p:nvPicPr>
                <p:blipFill>
                  <a:blip r:embed="rId12"/>
                  <a:stretch/>
                </p:blipFill>
                <p:spPr>
                  <a:xfrm>
                    <a:off x="6383160" y="5084640"/>
                    <a:ext cx="3931920" cy="1034640"/>
                  </a:xfrm>
                  <a:prstGeom prst="rect">
                    <a:avLst/>
                  </a:prstGeom>
                  <a:ln w="0">
                    <a:noFill/>
                  </a:ln>
                </p:spPr>
              </p:pic>
            </p:oleObj>
          </a:graphicData>
        </a:graphic>
      </p:graphicFrame>
      <p:sp>
        <p:nvSpPr>
          <p:cNvPr id="481" name="Text Box 18"/>
          <p:cNvSpPr/>
          <p:nvPr/>
        </p:nvSpPr>
        <p:spPr>
          <a:xfrm>
            <a:off x="2135160" y="1773360"/>
            <a:ext cx="3744720" cy="8211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1199"/>
              </a:spcBef>
              <a:buNone/>
            </a:pPr>
            <a:r>
              <a:rPr b="1" lang="ru-RU" sz="2400" spc="-1" strike="noStrike">
                <a:solidFill>
                  <a:srgbClr val="352379"/>
                </a:solidFill>
                <a:latin typeface="Times New Roman"/>
                <a:ea typeface="Arial"/>
              </a:rPr>
              <a:t>Переход с треугольника на звезду</a:t>
            </a:r>
            <a:endParaRPr b="0" lang="ru-RU" sz="2400" spc="-1" strike="noStrike">
              <a:latin typeface="Arial"/>
            </a:endParaRPr>
          </a:p>
        </p:txBody>
      </p:sp>
      <p:sp>
        <p:nvSpPr>
          <p:cNvPr id="482" name="Text Box 19"/>
          <p:cNvSpPr/>
          <p:nvPr/>
        </p:nvSpPr>
        <p:spPr>
          <a:xfrm>
            <a:off x="6383160" y="1700280"/>
            <a:ext cx="3816000" cy="8211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1199"/>
              </a:spcBef>
              <a:buNone/>
            </a:pPr>
            <a:r>
              <a:rPr b="1" lang="ru-RU" sz="2400" spc="-1" strike="noStrike">
                <a:solidFill>
                  <a:srgbClr val="352379"/>
                </a:solidFill>
                <a:latin typeface="Times New Roman"/>
                <a:ea typeface="Arial"/>
              </a:rPr>
              <a:t>Переход со звезды на треугольник</a:t>
            </a:r>
            <a:endParaRPr b="0" lang="ru-RU" sz="2400" spc="-1" strike="noStrike">
              <a:latin typeface="Arial"/>
            </a:endParaRPr>
          </a:p>
        </p:txBody>
      </p:sp>
      <p:sp>
        <p:nvSpPr>
          <p:cNvPr id="483" name="Текст 11"/>
          <p:cNvSpPr/>
          <p:nvPr/>
        </p:nvSpPr>
        <p:spPr>
          <a:xfrm>
            <a:off x="479520" y="149400"/>
            <a:ext cx="9940680" cy="2761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buNone/>
              <a:tabLst>
                <a:tab algn="l" pos="0"/>
              </a:tabLst>
            </a:pPr>
            <a:r>
              <a:rPr b="0" lang="ru-RU" sz="2800" spc="-1" strike="noStrike">
                <a:solidFill>
                  <a:srgbClr val="ffffff"/>
                </a:solidFill>
                <a:latin typeface="Montserrat"/>
                <a:ea typeface="Arial"/>
              </a:rPr>
              <a:t>Кафедра ТЭЦ</a:t>
            </a:r>
            <a:endParaRPr b="0" lang="ru-RU" sz="2800" spc="-1" strike="noStrike">
              <a:latin typeface="Arial"/>
            </a:endParaRPr>
          </a:p>
        </p:txBody>
      </p:sp>
      <p:pic>
        <p:nvPicPr>
          <p:cNvPr id="484" name="" descr=""/>
          <p:cNvPicPr/>
          <p:nvPr/>
        </p:nvPicPr>
        <p:blipFill>
          <a:blip r:embed="rId13"/>
          <a:stretch/>
        </p:blipFill>
        <p:spPr>
          <a:xfrm>
            <a:off x="2197080" y="2705040"/>
            <a:ext cx="3517920" cy="1003320"/>
          </a:xfrm>
          <a:prstGeom prst="rect">
            <a:avLst/>
          </a:prstGeom>
          <a:ln w="0">
            <a:noFill/>
          </a:ln>
        </p:spPr>
      </p:pic>
      <p:pic>
        <p:nvPicPr>
          <p:cNvPr id="485" name="" descr=""/>
          <p:cNvPicPr/>
          <p:nvPr/>
        </p:nvPicPr>
        <p:blipFill>
          <a:blip r:embed="rId14"/>
          <a:stretch/>
        </p:blipFill>
        <p:spPr>
          <a:xfrm>
            <a:off x="2197080" y="3860640"/>
            <a:ext cx="3378240" cy="939960"/>
          </a:xfrm>
          <a:prstGeom prst="rect">
            <a:avLst/>
          </a:prstGeom>
          <a:ln w="0">
            <a:noFill/>
          </a:ln>
        </p:spPr>
      </p:pic>
      <p:pic>
        <p:nvPicPr>
          <p:cNvPr id="486" name="" descr=""/>
          <p:cNvPicPr/>
          <p:nvPr/>
        </p:nvPicPr>
        <p:blipFill>
          <a:blip r:embed="rId15"/>
          <a:stretch/>
        </p:blipFill>
        <p:spPr>
          <a:xfrm>
            <a:off x="2057400" y="4940280"/>
            <a:ext cx="3517920" cy="990720"/>
          </a:xfrm>
          <a:prstGeom prst="rect">
            <a:avLst/>
          </a:prstGeom>
          <a:ln w="0">
            <a:noFill/>
          </a:ln>
        </p:spPr>
      </p:pic>
      <p:pic>
        <p:nvPicPr>
          <p:cNvPr id="487" name="" descr=""/>
          <p:cNvPicPr/>
          <p:nvPr/>
        </p:nvPicPr>
        <p:blipFill>
          <a:blip r:embed="rId16"/>
          <a:stretch/>
        </p:blipFill>
        <p:spPr>
          <a:xfrm>
            <a:off x="6311880" y="2781360"/>
            <a:ext cx="3924360" cy="1003320"/>
          </a:xfrm>
          <a:prstGeom prst="rect">
            <a:avLst/>
          </a:prstGeom>
          <a:ln w="0">
            <a:noFill/>
          </a:ln>
        </p:spPr>
      </p:pic>
      <p:pic>
        <p:nvPicPr>
          <p:cNvPr id="488" name="" descr=""/>
          <p:cNvPicPr/>
          <p:nvPr/>
        </p:nvPicPr>
        <p:blipFill>
          <a:blip r:embed="rId17"/>
          <a:stretch/>
        </p:blipFill>
        <p:spPr>
          <a:xfrm>
            <a:off x="6235560" y="3924360"/>
            <a:ext cx="4000680" cy="1003320"/>
          </a:xfrm>
          <a:prstGeom prst="rect">
            <a:avLst/>
          </a:prstGeom>
          <a:ln w="0">
            <a:noFill/>
          </a:ln>
        </p:spPr>
      </p:pic>
      <p:pic>
        <p:nvPicPr>
          <p:cNvPr id="489" name="" descr=""/>
          <p:cNvPicPr/>
          <p:nvPr/>
        </p:nvPicPr>
        <p:blipFill>
          <a:blip r:embed="rId18"/>
          <a:stretch/>
        </p:blipFill>
        <p:spPr>
          <a:xfrm>
            <a:off x="6375240" y="5079960"/>
            <a:ext cx="3924360" cy="102888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title"/>
          </p:nvPr>
        </p:nvSpPr>
        <p:spPr>
          <a:xfrm>
            <a:off x="698760" y="366840"/>
            <a:ext cx="10898640" cy="1002960"/>
          </a:xfrm>
          <a:prstGeom prst="rect">
            <a:avLst/>
          </a:prstGeom>
          <a:noFill/>
          <a:ln w="0">
            <a:noFill/>
          </a:ln>
        </p:spPr>
        <p:txBody>
          <a:bodyPr anchor="t">
            <a:noAutofit/>
          </a:bodyPr>
          <a:p>
            <a:pPr algn="ctr">
              <a:lnSpc>
                <a:spcPct val="100000"/>
              </a:lnSpc>
              <a:buNone/>
            </a:pPr>
            <a:r>
              <a:rPr b="0" lang="ru-RU" sz="3400" spc="-1" strike="noStrike">
                <a:solidFill>
                  <a:srgbClr val="352379"/>
                </a:solidFill>
                <a:latin typeface="Times New Roman"/>
                <a:ea typeface="Arial"/>
              </a:rPr>
              <a:t>Эквивалентные преобразования пассивных участков электрической цепи</a:t>
            </a:r>
            <a:br>
              <a:rPr sz="3400"/>
            </a:br>
            <a:r>
              <a:rPr b="0" lang="ru-RU" sz="3400" spc="-1" strike="noStrike">
                <a:solidFill>
                  <a:srgbClr val="352379"/>
                </a:solidFill>
                <a:latin typeface="Times New Roman"/>
                <a:ea typeface="Arial"/>
              </a:rPr>
              <a:t>Мостовая схема</a:t>
            </a:r>
            <a:endParaRPr b="0" lang="ru-RU" sz="3400" spc="-1" strike="noStrike">
              <a:solidFill>
                <a:srgbClr val="352379"/>
              </a:solidFill>
              <a:latin typeface="Montserrat"/>
            </a:endParaRPr>
          </a:p>
        </p:txBody>
      </p:sp>
      <p:sp>
        <p:nvSpPr>
          <p:cNvPr id="491" name="Text Box 6"/>
          <p:cNvSpPr/>
          <p:nvPr/>
        </p:nvSpPr>
        <p:spPr>
          <a:xfrm>
            <a:off x="5910120" y="2015280"/>
            <a:ext cx="5421960" cy="3930120"/>
          </a:xfrm>
          <a:prstGeom prst="rect">
            <a:avLst/>
          </a:prstGeom>
          <a:noFill/>
          <a:ln w="0">
            <a:noFill/>
          </a:ln>
        </p:spPr>
        <p:style>
          <a:lnRef idx="0"/>
          <a:fillRef idx="0"/>
          <a:effectRef idx="0"/>
          <a:fontRef idx="minor"/>
        </p:style>
        <p:txBody>
          <a:bodyPr lIns="90000" rIns="90000" tIns="45000" bIns="45000" anchor="t">
            <a:spAutoFit/>
          </a:bodyPr>
          <a:p>
            <a:pPr indent="-216000">
              <a:lnSpc>
                <a:spcPct val="100000"/>
              </a:lnSpc>
              <a:buClr>
                <a:srgbClr val="352379"/>
              </a:buClr>
              <a:buFont typeface="Wingdings" charset="2"/>
              <a:buChar char=""/>
            </a:pPr>
            <a:r>
              <a:rPr b="0" lang="ru-RU" sz="2100" spc="-1" strike="noStrike">
                <a:solidFill>
                  <a:srgbClr val="352379"/>
                </a:solidFill>
                <a:latin typeface="Times New Roman"/>
                <a:ea typeface="Arial"/>
              </a:rPr>
              <a:t>Сторона квадрата вместе с сопротивлением, называется плечом мостовой схемы.</a:t>
            </a:r>
            <a:endParaRPr b="0" lang="ru-RU" sz="2100" spc="-1" strike="noStrike">
              <a:latin typeface="Arial"/>
            </a:endParaRPr>
          </a:p>
          <a:p>
            <a:pPr indent="-216000">
              <a:lnSpc>
                <a:spcPct val="100000"/>
              </a:lnSpc>
              <a:buClr>
                <a:srgbClr val="352379"/>
              </a:buClr>
              <a:buFont typeface="Wingdings" charset="2"/>
              <a:buChar char=""/>
            </a:pPr>
            <a:r>
              <a:rPr b="0" lang="ru-RU" sz="2100" spc="-1" strike="noStrike">
                <a:solidFill>
                  <a:srgbClr val="352379"/>
                </a:solidFill>
                <a:latin typeface="Times New Roman"/>
                <a:ea typeface="Arial"/>
              </a:rPr>
              <a:t>Диагональ АВ- питающая, диагональ С</a:t>
            </a:r>
            <a:r>
              <a:rPr b="0" lang="en-US" sz="2100" spc="-1" strike="noStrike">
                <a:solidFill>
                  <a:srgbClr val="352379"/>
                </a:solidFill>
                <a:latin typeface="Times New Roman"/>
                <a:ea typeface="Arial"/>
              </a:rPr>
              <a:t>D</a:t>
            </a:r>
            <a:r>
              <a:rPr b="0" lang="ru-RU" sz="2100" spc="-1" strike="noStrike">
                <a:solidFill>
                  <a:srgbClr val="352379"/>
                </a:solidFill>
                <a:latin typeface="Times New Roman"/>
                <a:ea typeface="Arial"/>
              </a:rPr>
              <a:t> - измерительная.</a:t>
            </a:r>
            <a:endParaRPr b="0" lang="ru-RU" sz="2100" spc="-1" strike="noStrike">
              <a:latin typeface="Arial"/>
            </a:endParaRPr>
          </a:p>
          <a:p>
            <a:pPr indent="-216000">
              <a:lnSpc>
                <a:spcPct val="100000"/>
              </a:lnSpc>
              <a:buClr>
                <a:srgbClr val="352379"/>
              </a:buClr>
              <a:buFont typeface="Wingdings" charset="2"/>
              <a:buChar char=""/>
            </a:pPr>
            <a:r>
              <a:rPr b="0" lang="ru-RU" sz="2100" spc="-1" strike="noStrike">
                <a:solidFill>
                  <a:srgbClr val="352379"/>
                </a:solidFill>
                <a:latin typeface="Times New Roman"/>
                <a:ea typeface="Arial"/>
              </a:rPr>
              <a:t>Мостовая схема называется уравновешенной или сбалансированной, если при подачи питающего напряжения на одну диагональ (АВ), напряжение на другой диагонали (С</a:t>
            </a:r>
            <a:r>
              <a:rPr b="0" lang="en-US" sz="2100" spc="-1" strike="noStrike">
                <a:solidFill>
                  <a:srgbClr val="352379"/>
                </a:solidFill>
                <a:latin typeface="Times New Roman"/>
                <a:ea typeface="Arial"/>
              </a:rPr>
              <a:t>D</a:t>
            </a:r>
            <a:r>
              <a:rPr b="0" lang="ru-RU" sz="2100" spc="-1" strike="noStrike">
                <a:solidFill>
                  <a:srgbClr val="352379"/>
                </a:solidFill>
                <a:latin typeface="Times New Roman"/>
                <a:ea typeface="Arial"/>
              </a:rPr>
              <a:t>)=0</a:t>
            </a:r>
            <a:endParaRPr b="0" lang="ru-RU" sz="2100" spc="-1" strike="noStrike">
              <a:latin typeface="Arial"/>
            </a:endParaRPr>
          </a:p>
          <a:p>
            <a:pPr indent="-216000">
              <a:lnSpc>
                <a:spcPct val="100000"/>
              </a:lnSpc>
              <a:buClr>
                <a:srgbClr val="352379"/>
              </a:buClr>
              <a:buFont typeface="Wingdings" charset="2"/>
              <a:buChar char=""/>
            </a:pPr>
            <a:r>
              <a:rPr b="0" lang="ru-RU" sz="2100" spc="-1" strike="noStrike">
                <a:solidFill>
                  <a:srgbClr val="352379"/>
                </a:solidFill>
                <a:latin typeface="Times New Roman"/>
                <a:ea typeface="Arial"/>
              </a:rPr>
              <a:t>Условие равновесия мостовой схемы: </a:t>
            </a:r>
            <a:r>
              <a:rPr b="0" lang="en-US" sz="2100" spc="-1" strike="noStrike">
                <a:solidFill>
                  <a:srgbClr val="352379"/>
                </a:solidFill>
                <a:latin typeface="Times New Roman"/>
                <a:ea typeface="Arial"/>
              </a:rPr>
              <a:t>R1R3=R2R4</a:t>
            </a:r>
            <a:endParaRPr b="0" lang="ru-RU" sz="2100" spc="-1" strike="noStrike">
              <a:latin typeface="Arial"/>
            </a:endParaRPr>
          </a:p>
        </p:txBody>
      </p:sp>
      <p:pic>
        <p:nvPicPr>
          <p:cNvPr id="492" name="Picture 7" descr=""/>
          <p:cNvPicPr/>
          <p:nvPr/>
        </p:nvPicPr>
        <p:blipFill>
          <a:blip r:embed="rId1"/>
          <a:stretch/>
        </p:blipFill>
        <p:spPr>
          <a:xfrm>
            <a:off x="1119960" y="2077920"/>
            <a:ext cx="3890520" cy="4465440"/>
          </a:xfrm>
          <a:prstGeom prst="rect">
            <a:avLst/>
          </a:prstGeom>
          <a:ln w="0">
            <a:noFill/>
          </a:ln>
        </p:spPr>
      </p:pic>
      <p:sp>
        <p:nvSpPr>
          <p:cNvPr id="493" name="Текст 11"/>
          <p:cNvSpPr/>
          <p:nvPr/>
        </p:nvSpPr>
        <p:spPr>
          <a:xfrm>
            <a:off x="479520" y="149400"/>
            <a:ext cx="9940680" cy="2761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buNone/>
              <a:tabLst>
                <a:tab algn="l" pos="0"/>
              </a:tabLst>
            </a:pPr>
            <a:r>
              <a:rPr b="0" lang="ru-RU" sz="2800" spc="-1" strike="noStrike">
                <a:solidFill>
                  <a:srgbClr val="ffffff"/>
                </a:solidFill>
                <a:latin typeface="Montserrat"/>
                <a:ea typeface="Arial"/>
              </a:rPr>
              <a:t>Кафедра ТЭЦ</a:t>
            </a:r>
            <a:endParaRPr b="0" lang="ru-RU" sz="28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title"/>
          </p:nvPr>
        </p:nvSpPr>
        <p:spPr>
          <a:xfrm>
            <a:off x="1097280" y="456120"/>
            <a:ext cx="10898640" cy="1002960"/>
          </a:xfrm>
          <a:prstGeom prst="rect">
            <a:avLst/>
          </a:prstGeom>
          <a:noFill/>
          <a:ln w="0">
            <a:noFill/>
          </a:ln>
        </p:spPr>
        <p:txBody>
          <a:bodyPr anchor="t">
            <a:noAutofit/>
          </a:bodyPr>
          <a:p>
            <a:pPr algn="ctr">
              <a:lnSpc>
                <a:spcPct val="100000"/>
              </a:lnSpc>
              <a:buNone/>
            </a:pPr>
            <a:r>
              <a:rPr b="1" lang="ru-RU" sz="3200" spc="-1" strike="noStrike">
                <a:solidFill>
                  <a:srgbClr val="352379"/>
                </a:solidFill>
                <a:latin typeface="Times New Roman"/>
                <a:ea typeface="Arial"/>
              </a:rPr>
              <a:t>Методы расчета электрических цепей с одним источником питания</a:t>
            </a:r>
            <a:br>
              <a:rPr sz="3200"/>
            </a:br>
            <a:r>
              <a:rPr b="1" lang="ru-RU" sz="3200" spc="-1" strike="noStrike">
                <a:solidFill>
                  <a:srgbClr val="352379"/>
                </a:solidFill>
                <a:latin typeface="Times New Roman"/>
                <a:ea typeface="Arial"/>
              </a:rPr>
              <a:t>Метод эквивалентных преобразований</a:t>
            </a:r>
            <a:endParaRPr b="0" lang="ru-RU" sz="3200" spc="-1" strike="noStrike">
              <a:solidFill>
                <a:srgbClr val="352379"/>
              </a:solidFill>
              <a:latin typeface="Montserrat"/>
            </a:endParaRPr>
          </a:p>
        </p:txBody>
      </p:sp>
      <p:pic>
        <p:nvPicPr>
          <p:cNvPr id="495" name="Picture 4" descr=""/>
          <p:cNvPicPr/>
          <p:nvPr/>
        </p:nvPicPr>
        <p:blipFill>
          <a:blip r:embed="rId1"/>
          <a:stretch/>
        </p:blipFill>
        <p:spPr>
          <a:xfrm>
            <a:off x="534240" y="2052000"/>
            <a:ext cx="5292360" cy="3147480"/>
          </a:xfrm>
          <a:prstGeom prst="rect">
            <a:avLst/>
          </a:prstGeom>
          <a:ln w="0">
            <a:noFill/>
          </a:ln>
        </p:spPr>
      </p:pic>
      <p:sp>
        <p:nvSpPr>
          <p:cNvPr id="496" name="Текст 11"/>
          <p:cNvSpPr/>
          <p:nvPr/>
        </p:nvSpPr>
        <p:spPr>
          <a:xfrm>
            <a:off x="479520" y="149400"/>
            <a:ext cx="9940680" cy="2761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buNone/>
              <a:tabLst>
                <a:tab algn="l" pos="0"/>
              </a:tabLst>
            </a:pPr>
            <a:r>
              <a:rPr b="0" lang="ru-RU" sz="2800" spc="-1" strike="noStrike">
                <a:solidFill>
                  <a:srgbClr val="ffffff"/>
                </a:solidFill>
                <a:latin typeface="Montserrat"/>
                <a:ea typeface="Arial"/>
              </a:rPr>
              <a:t>Кафедра ТЭЦ</a:t>
            </a:r>
            <a:endParaRPr b="0" lang="ru-RU" sz="28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title"/>
          </p:nvPr>
        </p:nvSpPr>
        <p:spPr>
          <a:xfrm>
            <a:off x="1097280" y="456120"/>
            <a:ext cx="10898640" cy="1002960"/>
          </a:xfrm>
          <a:prstGeom prst="rect">
            <a:avLst/>
          </a:prstGeom>
          <a:noFill/>
          <a:ln w="0">
            <a:noFill/>
          </a:ln>
        </p:spPr>
        <p:txBody>
          <a:bodyPr anchor="t">
            <a:noAutofit/>
          </a:bodyPr>
          <a:p>
            <a:pPr algn="ctr">
              <a:lnSpc>
                <a:spcPct val="100000"/>
              </a:lnSpc>
              <a:buNone/>
            </a:pPr>
            <a:r>
              <a:rPr b="1" lang="ru-RU" sz="3200" spc="-1" strike="noStrike">
                <a:solidFill>
                  <a:srgbClr val="352379"/>
                </a:solidFill>
                <a:latin typeface="Times New Roman"/>
                <a:ea typeface="Arial"/>
              </a:rPr>
              <a:t>Методы расчета электрических цепей с одним источником питания</a:t>
            </a:r>
            <a:br>
              <a:rPr sz="3200"/>
            </a:br>
            <a:r>
              <a:rPr b="1" lang="ru-RU" sz="3200" spc="-1" strike="noStrike">
                <a:solidFill>
                  <a:srgbClr val="352379"/>
                </a:solidFill>
                <a:latin typeface="Times New Roman"/>
                <a:ea typeface="Arial"/>
              </a:rPr>
              <a:t>Метод эквивалентных преобразований</a:t>
            </a:r>
            <a:endParaRPr b="0" lang="ru-RU" sz="3200" spc="-1" strike="noStrike">
              <a:solidFill>
                <a:srgbClr val="352379"/>
              </a:solidFill>
              <a:latin typeface="Montserrat"/>
            </a:endParaRPr>
          </a:p>
        </p:txBody>
      </p:sp>
      <p:pic>
        <p:nvPicPr>
          <p:cNvPr id="498" name="Picture 4" descr=""/>
          <p:cNvPicPr/>
          <p:nvPr/>
        </p:nvPicPr>
        <p:blipFill>
          <a:blip r:embed="rId1"/>
          <a:stretch/>
        </p:blipFill>
        <p:spPr>
          <a:xfrm>
            <a:off x="534240" y="2052000"/>
            <a:ext cx="5292360" cy="3147480"/>
          </a:xfrm>
          <a:prstGeom prst="rect">
            <a:avLst/>
          </a:prstGeom>
          <a:ln w="0">
            <a:noFill/>
          </a:ln>
        </p:spPr>
      </p:pic>
      <p:graphicFrame>
        <p:nvGraphicFramePr>
          <p:cNvPr id="499" name="Object 5"/>
          <p:cNvGraphicFramePr/>
          <p:nvPr/>
        </p:nvGraphicFramePr>
        <p:xfrm>
          <a:off x="7613280" y="1832400"/>
          <a:ext cx="1728360" cy="845640"/>
        </p:xfrm>
        <a:graphic>
          <a:graphicData uri="http://schemas.openxmlformats.org/presentationml/2006/ole">
            <p:oleObj progId="Equation.3" r:id="rId2" spid="">
              <p:embed/>
              <p:pic>
                <p:nvPicPr>
                  <p:cNvPr id="500" name="Object 5" descr=""/>
                  <p:cNvPicPr/>
                  <p:nvPr/>
                </p:nvPicPr>
                <p:blipFill>
                  <a:blip r:embed="rId3"/>
                  <a:stretch/>
                </p:blipFill>
                <p:spPr>
                  <a:xfrm>
                    <a:off x="7613280" y="1832400"/>
                    <a:ext cx="1728360" cy="845640"/>
                  </a:xfrm>
                  <a:prstGeom prst="rect">
                    <a:avLst/>
                  </a:prstGeom>
                  <a:ln w="0">
                    <a:noFill/>
                  </a:ln>
                </p:spPr>
              </p:pic>
            </p:oleObj>
          </a:graphicData>
        </a:graphic>
      </p:graphicFrame>
      <p:graphicFrame>
        <p:nvGraphicFramePr>
          <p:cNvPr id="501" name="Object 7"/>
          <p:cNvGraphicFramePr/>
          <p:nvPr/>
        </p:nvGraphicFramePr>
        <p:xfrm>
          <a:off x="7535880" y="2709360"/>
          <a:ext cx="1800000" cy="444240"/>
        </p:xfrm>
        <a:graphic>
          <a:graphicData uri="http://schemas.openxmlformats.org/presentationml/2006/ole">
            <p:oleObj progId="Equation.3" r:id="rId4" spid="">
              <p:embed/>
              <p:pic>
                <p:nvPicPr>
                  <p:cNvPr id="502" name="Object 7" descr=""/>
                  <p:cNvPicPr/>
                  <p:nvPr/>
                </p:nvPicPr>
                <p:blipFill>
                  <a:blip r:embed="rId5"/>
                  <a:stretch/>
                </p:blipFill>
                <p:spPr>
                  <a:xfrm>
                    <a:off x="7535880" y="2709360"/>
                    <a:ext cx="1800000" cy="444240"/>
                  </a:xfrm>
                  <a:prstGeom prst="rect">
                    <a:avLst/>
                  </a:prstGeom>
                  <a:ln w="0">
                    <a:noFill/>
                  </a:ln>
                </p:spPr>
              </p:pic>
            </p:oleObj>
          </a:graphicData>
        </a:graphic>
      </p:graphicFrame>
      <p:graphicFrame>
        <p:nvGraphicFramePr>
          <p:cNvPr id="503" name="Object 9"/>
          <p:cNvGraphicFramePr/>
          <p:nvPr/>
        </p:nvGraphicFramePr>
        <p:xfrm>
          <a:off x="7391520" y="3263040"/>
          <a:ext cx="2088720" cy="738000"/>
        </p:xfrm>
        <a:graphic>
          <a:graphicData uri="http://schemas.openxmlformats.org/presentationml/2006/ole">
            <p:oleObj progId="Equation.3" r:id="rId6" spid="">
              <p:embed/>
              <p:pic>
                <p:nvPicPr>
                  <p:cNvPr id="504" name="Object 9" descr=""/>
                  <p:cNvPicPr/>
                  <p:nvPr/>
                </p:nvPicPr>
                <p:blipFill>
                  <a:blip r:embed="rId7"/>
                  <a:stretch/>
                </p:blipFill>
                <p:spPr>
                  <a:xfrm>
                    <a:off x="7391520" y="3263040"/>
                    <a:ext cx="2088720" cy="738000"/>
                  </a:xfrm>
                  <a:prstGeom prst="rect">
                    <a:avLst/>
                  </a:prstGeom>
                  <a:ln w="0">
                    <a:noFill/>
                  </a:ln>
                </p:spPr>
              </p:pic>
            </p:oleObj>
          </a:graphicData>
        </a:graphic>
      </p:graphicFrame>
      <p:graphicFrame>
        <p:nvGraphicFramePr>
          <p:cNvPr id="505" name="Object 11"/>
          <p:cNvGraphicFramePr/>
          <p:nvPr/>
        </p:nvGraphicFramePr>
        <p:xfrm>
          <a:off x="7476120" y="4057920"/>
          <a:ext cx="2160360" cy="523440"/>
        </p:xfrm>
        <a:graphic>
          <a:graphicData uri="http://schemas.openxmlformats.org/presentationml/2006/ole">
            <p:oleObj progId="Equation.3" r:id="rId8" spid="">
              <p:embed/>
              <p:pic>
                <p:nvPicPr>
                  <p:cNvPr id="506" name="Object 11" descr=""/>
                  <p:cNvPicPr/>
                  <p:nvPr/>
                </p:nvPicPr>
                <p:blipFill>
                  <a:blip r:embed="rId9"/>
                  <a:stretch/>
                </p:blipFill>
                <p:spPr>
                  <a:xfrm>
                    <a:off x="7476120" y="4057920"/>
                    <a:ext cx="2160360" cy="523440"/>
                  </a:xfrm>
                  <a:prstGeom prst="rect">
                    <a:avLst/>
                  </a:prstGeom>
                  <a:ln w="0">
                    <a:noFill/>
                  </a:ln>
                </p:spPr>
              </p:pic>
            </p:oleObj>
          </a:graphicData>
        </a:graphic>
      </p:graphicFrame>
      <p:graphicFrame>
        <p:nvGraphicFramePr>
          <p:cNvPr id="507" name="Object 13"/>
          <p:cNvGraphicFramePr/>
          <p:nvPr/>
        </p:nvGraphicFramePr>
        <p:xfrm>
          <a:off x="1306440" y="5334840"/>
          <a:ext cx="1441080" cy="712440"/>
        </p:xfrm>
        <a:graphic>
          <a:graphicData uri="http://schemas.openxmlformats.org/presentationml/2006/ole">
            <p:oleObj progId="Equation.3" r:id="rId10" spid="">
              <p:embed/>
              <p:pic>
                <p:nvPicPr>
                  <p:cNvPr id="508" name="Object 13" descr=""/>
                  <p:cNvPicPr/>
                  <p:nvPr/>
                </p:nvPicPr>
                <p:blipFill>
                  <a:blip r:embed="rId11"/>
                  <a:stretch/>
                </p:blipFill>
                <p:spPr>
                  <a:xfrm>
                    <a:off x="1306440" y="5334840"/>
                    <a:ext cx="1441080" cy="712440"/>
                  </a:xfrm>
                  <a:prstGeom prst="rect">
                    <a:avLst/>
                  </a:prstGeom>
                  <a:ln w="0">
                    <a:noFill/>
                  </a:ln>
                </p:spPr>
              </p:pic>
            </p:oleObj>
          </a:graphicData>
        </a:graphic>
      </p:graphicFrame>
      <p:graphicFrame>
        <p:nvGraphicFramePr>
          <p:cNvPr id="509" name="Object 15"/>
          <p:cNvGraphicFramePr/>
          <p:nvPr/>
        </p:nvGraphicFramePr>
        <p:xfrm>
          <a:off x="7537320" y="4734720"/>
          <a:ext cx="1726920" cy="537840"/>
        </p:xfrm>
        <a:graphic>
          <a:graphicData uri="http://schemas.openxmlformats.org/presentationml/2006/ole">
            <p:oleObj progId="Equation.3" r:id="rId12" spid="">
              <p:embed/>
              <p:pic>
                <p:nvPicPr>
                  <p:cNvPr id="510" name="Object 15" descr=""/>
                  <p:cNvPicPr/>
                  <p:nvPr/>
                </p:nvPicPr>
                <p:blipFill>
                  <a:blip r:embed="rId13"/>
                  <a:stretch/>
                </p:blipFill>
                <p:spPr>
                  <a:xfrm>
                    <a:off x="7537320" y="4734720"/>
                    <a:ext cx="1726920" cy="537840"/>
                  </a:xfrm>
                  <a:prstGeom prst="rect">
                    <a:avLst/>
                  </a:prstGeom>
                  <a:ln w="0">
                    <a:noFill/>
                  </a:ln>
                </p:spPr>
              </p:pic>
            </p:oleObj>
          </a:graphicData>
        </a:graphic>
      </p:graphicFrame>
      <p:graphicFrame>
        <p:nvGraphicFramePr>
          <p:cNvPr id="511" name="Object 17"/>
          <p:cNvGraphicFramePr/>
          <p:nvPr/>
        </p:nvGraphicFramePr>
        <p:xfrm>
          <a:off x="3539160" y="5382000"/>
          <a:ext cx="1080720" cy="806040"/>
        </p:xfrm>
        <a:graphic>
          <a:graphicData uri="http://schemas.openxmlformats.org/presentationml/2006/ole">
            <p:oleObj progId="Equation.3" r:id="rId14" spid="">
              <p:embed/>
              <p:pic>
                <p:nvPicPr>
                  <p:cNvPr id="512" name="Object 17" descr=""/>
                  <p:cNvPicPr/>
                  <p:nvPr/>
                </p:nvPicPr>
                <p:blipFill>
                  <a:blip r:embed="rId15"/>
                  <a:stretch/>
                </p:blipFill>
                <p:spPr>
                  <a:xfrm>
                    <a:off x="3539160" y="5382000"/>
                    <a:ext cx="1080720" cy="806040"/>
                  </a:xfrm>
                  <a:prstGeom prst="rect">
                    <a:avLst/>
                  </a:prstGeom>
                  <a:ln w="0">
                    <a:noFill/>
                  </a:ln>
                </p:spPr>
              </p:pic>
            </p:oleObj>
          </a:graphicData>
        </a:graphic>
      </p:graphicFrame>
      <p:graphicFrame>
        <p:nvGraphicFramePr>
          <p:cNvPr id="513" name="Object 19"/>
          <p:cNvGraphicFramePr/>
          <p:nvPr/>
        </p:nvGraphicFramePr>
        <p:xfrm>
          <a:off x="5106960" y="5453280"/>
          <a:ext cx="1439640" cy="734760"/>
        </p:xfrm>
        <a:graphic>
          <a:graphicData uri="http://schemas.openxmlformats.org/presentationml/2006/ole">
            <p:oleObj progId="Equation.3" r:id="rId16" spid="">
              <p:embed/>
              <p:pic>
                <p:nvPicPr>
                  <p:cNvPr id="514" name="Object 19" descr=""/>
                  <p:cNvPicPr/>
                  <p:nvPr/>
                </p:nvPicPr>
                <p:blipFill>
                  <a:blip r:embed="rId17"/>
                  <a:stretch/>
                </p:blipFill>
                <p:spPr>
                  <a:xfrm>
                    <a:off x="5106960" y="5453280"/>
                    <a:ext cx="1439640" cy="734760"/>
                  </a:xfrm>
                  <a:prstGeom prst="rect">
                    <a:avLst/>
                  </a:prstGeom>
                  <a:ln w="0">
                    <a:noFill/>
                  </a:ln>
                </p:spPr>
              </p:pic>
            </p:oleObj>
          </a:graphicData>
        </a:graphic>
      </p:graphicFrame>
      <p:graphicFrame>
        <p:nvGraphicFramePr>
          <p:cNvPr id="515" name="Object 21"/>
          <p:cNvGraphicFramePr/>
          <p:nvPr/>
        </p:nvGraphicFramePr>
        <p:xfrm>
          <a:off x="6893280" y="5450040"/>
          <a:ext cx="1584000" cy="709200"/>
        </p:xfrm>
        <a:graphic>
          <a:graphicData uri="http://schemas.openxmlformats.org/presentationml/2006/ole">
            <p:oleObj progId="Equation.3" r:id="rId18" spid="">
              <p:embed/>
              <p:pic>
                <p:nvPicPr>
                  <p:cNvPr id="516" name="Object 21" descr=""/>
                  <p:cNvPicPr/>
                  <p:nvPr/>
                </p:nvPicPr>
                <p:blipFill>
                  <a:blip r:embed="rId19"/>
                  <a:stretch/>
                </p:blipFill>
                <p:spPr>
                  <a:xfrm>
                    <a:off x="6893280" y="5450040"/>
                    <a:ext cx="1584000" cy="709200"/>
                  </a:xfrm>
                  <a:prstGeom prst="rect">
                    <a:avLst/>
                  </a:prstGeom>
                  <a:ln w="0">
                    <a:noFill/>
                  </a:ln>
                </p:spPr>
              </p:pic>
            </p:oleObj>
          </a:graphicData>
        </a:graphic>
      </p:graphicFrame>
      <p:graphicFrame>
        <p:nvGraphicFramePr>
          <p:cNvPr id="517" name="Object 23"/>
          <p:cNvGraphicFramePr/>
          <p:nvPr/>
        </p:nvGraphicFramePr>
        <p:xfrm>
          <a:off x="8820000" y="5458320"/>
          <a:ext cx="1728360" cy="780840"/>
        </p:xfrm>
        <a:graphic>
          <a:graphicData uri="http://schemas.openxmlformats.org/presentationml/2006/ole">
            <p:oleObj progId="Equation.3" r:id="rId20" spid="">
              <p:embed/>
              <p:pic>
                <p:nvPicPr>
                  <p:cNvPr id="518" name="Object 23" descr=""/>
                  <p:cNvPicPr/>
                  <p:nvPr/>
                </p:nvPicPr>
                <p:blipFill>
                  <a:blip r:embed="rId21"/>
                  <a:stretch/>
                </p:blipFill>
                <p:spPr>
                  <a:xfrm>
                    <a:off x="8820000" y="5458320"/>
                    <a:ext cx="1728360" cy="780840"/>
                  </a:xfrm>
                  <a:prstGeom prst="rect">
                    <a:avLst/>
                  </a:prstGeom>
                  <a:ln w="0">
                    <a:noFill/>
                  </a:ln>
                </p:spPr>
              </p:pic>
            </p:oleObj>
          </a:graphicData>
        </a:graphic>
      </p:graphicFrame>
      <p:sp>
        <p:nvSpPr>
          <p:cNvPr id="519" name="Текст 11"/>
          <p:cNvSpPr/>
          <p:nvPr/>
        </p:nvSpPr>
        <p:spPr>
          <a:xfrm>
            <a:off x="479520" y="149400"/>
            <a:ext cx="9940680" cy="2761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buNone/>
              <a:tabLst>
                <a:tab algn="l" pos="0"/>
              </a:tabLst>
            </a:pPr>
            <a:r>
              <a:rPr b="0" lang="ru-RU" sz="2800" spc="-1" strike="noStrike">
                <a:solidFill>
                  <a:srgbClr val="ffffff"/>
                </a:solidFill>
                <a:latin typeface="Montserrat"/>
                <a:ea typeface="Arial"/>
              </a:rPr>
              <a:t>Кафедра ТЭЦ</a:t>
            </a:r>
            <a:endParaRPr b="0" lang="ru-RU" sz="2800" spc="-1" strike="noStrike">
              <a:latin typeface="Arial"/>
            </a:endParaRPr>
          </a:p>
        </p:txBody>
      </p:sp>
      <p:pic>
        <p:nvPicPr>
          <p:cNvPr id="520" name="" descr=""/>
          <p:cNvPicPr/>
          <p:nvPr/>
        </p:nvPicPr>
        <p:blipFill>
          <a:blip r:embed="rId22"/>
          <a:stretch/>
        </p:blipFill>
        <p:spPr>
          <a:xfrm>
            <a:off x="7607160" y="1828800"/>
            <a:ext cx="1727280" cy="838080"/>
          </a:xfrm>
          <a:prstGeom prst="rect">
            <a:avLst/>
          </a:prstGeom>
          <a:ln w="0">
            <a:noFill/>
          </a:ln>
        </p:spPr>
      </p:pic>
      <p:pic>
        <p:nvPicPr>
          <p:cNvPr id="521" name="" descr=""/>
          <p:cNvPicPr/>
          <p:nvPr/>
        </p:nvPicPr>
        <p:blipFill>
          <a:blip r:embed="rId23"/>
          <a:stretch/>
        </p:blipFill>
        <p:spPr>
          <a:xfrm>
            <a:off x="7531200" y="2705040"/>
            <a:ext cx="1790640" cy="444600"/>
          </a:xfrm>
          <a:prstGeom prst="rect">
            <a:avLst/>
          </a:prstGeom>
          <a:ln w="0">
            <a:noFill/>
          </a:ln>
        </p:spPr>
      </p:pic>
      <p:pic>
        <p:nvPicPr>
          <p:cNvPr id="522" name="" descr=""/>
          <p:cNvPicPr/>
          <p:nvPr/>
        </p:nvPicPr>
        <p:blipFill>
          <a:blip r:embed="rId24"/>
          <a:stretch/>
        </p:blipFill>
        <p:spPr>
          <a:xfrm>
            <a:off x="7391520" y="3251160"/>
            <a:ext cx="2082960" cy="736560"/>
          </a:xfrm>
          <a:prstGeom prst="rect">
            <a:avLst/>
          </a:prstGeom>
          <a:ln w="0">
            <a:noFill/>
          </a:ln>
        </p:spPr>
      </p:pic>
      <p:pic>
        <p:nvPicPr>
          <p:cNvPr id="523" name="" descr=""/>
          <p:cNvPicPr/>
          <p:nvPr/>
        </p:nvPicPr>
        <p:blipFill>
          <a:blip r:embed="rId25"/>
          <a:stretch/>
        </p:blipFill>
        <p:spPr>
          <a:xfrm>
            <a:off x="7467480" y="4051440"/>
            <a:ext cx="2158920" cy="520560"/>
          </a:xfrm>
          <a:prstGeom prst="rect">
            <a:avLst/>
          </a:prstGeom>
          <a:ln w="0">
            <a:noFill/>
          </a:ln>
        </p:spPr>
      </p:pic>
      <p:pic>
        <p:nvPicPr>
          <p:cNvPr id="524" name="" descr=""/>
          <p:cNvPicPr/>
          <p:nvPr/>
        </p:nvPicPr>
        <p:blipFill>
          <a:blip r:embed="rId26"/>
          <a:stretch/>
        </p:blipFill>
        <p:spPr>
          <a:xfrm>
            <a:off x="1295280" y="5334120"/>
            <a:ext cx="1434960" cy="711360"/>
          </a:xfrm>
          <a:prstGeom prst="rect">
            <a:avLst/>
          </a:prstGeom>
          <a:ln w="0">
            <a:noFill/>
          </a:ln>
        </p:spPr>
      </p:pic>
      <p:pic>
        <p:nvPicPr>
          <p:cNvPr id="525" name="" descr=""/>
          <p:cNvPicPr/>
          <p:nvPr/>
        </p:nvPicPr>
        <p:blipFill>
          <a:blip r:embed="rId27"/>
          <a:stretch/>
        </p:blipFill>
        <p:spPr>
          <a:xfrm>
            <a:off x="7531200" y="4724280"/>
            <a:ext cx="1727280" cy="533520"/>
          </a:xfrm>
          <a:prstGeom prst="rect">
            <a:avLst/>
          </a:prstGeom>
          <a:ln w="0">
            <a:noFill/>
          </a:ln>
        </p:spPr>
      </p:pic>
      <p:pic>
        <p:nvPicPr>
          <p:cNvPr id="526" name="" descr=""/>
          <p:cNvPicPr/>
          <p:nvPr/>
        </p:nvPicPr>
        <p:blipFill>
          <a:blip r:embed="rId28"/>
          <a:stretch/>
        </p:blipFill>
        <p:spPr>
          <a:xfrm>
            <a:off x="3530520" y="5372280"/>
            <a:ext cx="1079640" cy="800280"/>
          </a:xfrm>
          <a:prstGeom prst="rect">
            <a:avLst/>
          </a:prstGeom>
          <a:ln w="0">
            <a:noFill/>
          </a:ln>
        </p:spPr>
      </p:pic>
      <p:pic>
        <p:nvPicPr>
          <p:cNvPr id="527" name="" descr=""/>
          <p:cNvPicPr/>
          <p:nvPr/>
        </p:nvPicPr>
        <p:blipFill>
          <a:blip r:embed="rId29"/>
          <a:stretch/>
        </p:blipFill>
        <p:spPr>
          <a:xfrm>
            <a:off x="5105520" y="5448240"/>
            <a:ext cx="1434960" cy="723960"/>
          </a:xfrm>
          <a:prstGeom prst="rect">
            <a:avLst/>
          </a:prstGeom>
          <a:ln w="0">
            <a:noFill/>
          </a:ln>
        </p:spPr>
      </p:pic>
      <p:pic>
        <p:nvPicPr>
          <p:cNvPr id="528" name="" descr=""/>
          <p:cNvPicPr/>
          <p:nvPr/>
        </p:nvPicPr>
        <p:blipFill>
          <a:blip r:embed="rId30"/>
          <a:stretch/>
        </p:blipFill>
        <p:spPr>
          <a:xfrm>
            <a:off x="6883560" y="5448240"/>
            <a:ext cx="1574640" cy="698400"/>
          </a:xfrm>
          <a:prstGeom prst="rect">
            <a:avLst/>
          </a:prstGeom>
          <a:ln w="0">
            <a:noFill/>
          </a:ln>
        </p:spPr>
      </p:pic>
      <p:pic>
        <p:nvPicPr>
          <p:cNvPr id="529" name="" descr=""/>
          <p:cNvPicPr/>
          <p:nvPr/>
        </p:nvPicPr>
        <p:blipFill>
          <a:blip r:embed="rId31"/>
          <a:stretch/>
        </p:blipFill>
        <p:spPr>
          <a:xfrm>
            <a:off x="8813880" y="5448240"/>
            <a:ext cx="1727280" cy="77472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title"/>
          </p:nvPr>
        </p:nvSpPr>
        <p:spPr>
          <a:xfrm>
            <a:off x="928800" y="1776960"/>
            <a:ext cx="10898640" cy="1002960"/>
          </a:xfrm>
          <a:prstGeom prst="rect">
            <a:avLst/>
          </a:prstGeom>
          <a:noFill/>
          <a:ln w="0">
            <a:noFill/>
          </a:ln>
        </p:spPr>
        <p:txBody>
          <a:bodyPr anchor="t">
            <a:noAutofit/>
          </a:bodyPr>
          <a:p>
            <a:pPr>
              <a:lnSpc>
                <a:spcPct val="100000"/>
              </a:lnSpc>
              <a:buNone/>
            </a:pPr>
            <a:r>
              <a:rPr b="1" lang="ru-RU" sz="6000" spc="-1" strike="noStrike">
                <a:solidFill>
                  <a:srgbClr val="352379"/>
                </a:solidFill>
                <a:latin typeface="Montserrat SemiBold"/>
                <a:ea typeface="Arial"/>
              </a:rPr>
              <a:t>Основные законы электротехники</a:t>
            </a:r>
            <a:endParaRPr b="0" lang="ru-RU" sz="6000" spc="-1" strike="noStrike">
              <a:solidFill>
                <a:srgbClr val="352379"/>
              </a:solidFill>
              <a:latin typeface="Montserrat"/>
            </a:endParaRPr>
          </a:p>
        </p:txBody>
      </p:sp>
      <p:sp>
        <p:nvSpPr>
          <p:cNvPr id="531" name="Текст 11"/>
          <p:cNvSpPr/>
          <p:nvPr/>
        </p:nvSpPr>
        <p:spPr>
          <a:xfrm>
            <a:off x="479520" y="149400"/>
            <a:ext cx="9940680" cy="2761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buNone/>
              <a:tabLst>
                <a:tab algn="l" pos="0"/>
              </a:tabLst>
            </a:pPr>
            <a:r>
              <a:rPr b="0" lang="ru-RU" sz="2800" spc="-1" strike="noStrike">
                <a:solidFill>
                  <a:srgbClr val="ffffff"/>
                </a:solidFill>
                <a:latin typeface="Montserrat"/>
                <a:ea typeface="Arial"/>
              </a:rPr>
              <a:t>Кафедра ТЭЦ</a:t>
            </a:r>
            <a:endParaRPr b="0" lang="ru-RU" sz="28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PlaceHolder 1"/>
          <p:cNvSpPr>
            <a:spLocks noGrp="1"/>
          </p:cNvSpPr>
          <p:nvPr>
            <p:ph/>
          </p:nvPr>
        </p:nvSpPr>
        <p:spPr>
          <a:xfrm>
            <a:off x="409680" y="1051560"/>
            <a:ext cx="10401120" cy="2679480"/>
          </a:xfrm>
          <a:prstGeom prst="rect">
            <a:avLst/>
          </a:prstGeom>
          <a:noFill/>
          <a:ln w="0">
            <a:noFill/>
          </a:ln>
        </p:spPr>
        <p:txBody>
          <a:bodyPr anchor="t">
            <a:noAutofit/>
          </a:bodyPr>
          <a:p>
            <a:pPr algn="ctr">
              <a:lnSpc>
                <a:spcPct val="90000"/>
              </a:lnSpc>
              <a:spcBef>
                <a:spcPts val="1001"/>
              </a:spcBef>
              <a:buNone/>
              <a:tabLst>
                <a:tab algn="l" pos="0"/>
              </a:tabLst>
            </a:pPr>
            <a:r>
              <a:rPr b="1" lang="ru-RU" sz="3200" spc="-1" strike="noStrike">
                <a:solidFill>
                  <a:srgbClr val="352379"/>
                </a:solidFill>
                <a:latin typeface="Times New Roman"/>
                <a:ea typeface="Arial"/>
              </a:rPr>
              <a:t>   </a:t>
            </a:r>
            <a:r>
              <a:rPr b="1" lang="ru-RU" sz="3200" spc="-1" strike="noStrike" u="sng">
                <a:solidFill>
                  <a:srgbClr val="352379"/>
                </a:solidFill>
                <a:uFillTx/>
                <a:latin typeface="Times New Roman"/>
                <a:ea typeface="Arial"/>
              </a:rPr>
              <a:t>Закон Ома</a:t>
            </a:r>
            <a:r>
              <a:rPr b="0" lang="ru-RU" sz="3200" spc="-1" strike="noStrike">
                <a:solidFill>
                  <a:srgbClr val="352379"/>
                </a:solidFill>
                <a:latin typeface="Times New Roman"/>
                <a:ea typeface="Arial"/>
              </a:rPr>
              <a:t> — физический закон, определяющий связь электродвижущей силы источника или электрического напряжения с силой тока и сопротивлением проводника. Экспериментально установлен в 1826 году, и назван в честь его первооткрывателя Георга Ома. </a:t>
            </a:r>
            <a:endParaRPr b="0" lang="ru-RU" sz="3200" spc="-1" strike="noStrike">
              <a:solidFill>
                <a:srgbClr val="352379"/>
              </a:solidFill>
              <a:latin typeface="Montserrat"/>
            </a:endParaRPr>
          </a:p>
        </p:txBody>
      </p:sp>
      <p:sp>
        <p:nvSpPr>
          <p:cNvPr id="533" name="Прямоугольник 1"/>
          <p:cNvSpPr/>
          <p:nvPr/>
        </p:nvSpPr>
        <p:spPr>
          <a:xfrm>
            <a:off x="483120" y="153000"/>
            <a:ext cx="1810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1800" spc="-1" strike="noStrike">
                <a:solidFill>
                  <a:srgbClr val="ffffff"/>
                </a:solidFill>
                <a:latin typeface="Montserrat"/>
                <a:ea typeface="Arial"/>
              </a:rPr>
              <a:t>Кафедра ТЭЦ</a:t>
            </a:r>
            <a:endParaRPr b="0" lang="ru-RU" sz="18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Oval 2"/>
          <p:cNvSpPr/>
          <p:nvPr/>
        </p:nvSpPr>
        <p:spPr>
          <a:xfrm>
            <a:off x="8472600" y="4508640"/>
            <a:ext cx="863280" cy="1800000"/>
          </a:xfrm>
          <a:prstGeom prst="ellipse">
            <a:avLst/>
          </a:prstGeom>
          <a:solidFill>
            <a:schemeClr val="bg1">
              <a:alpha val="45000"/>
            </a:schemeClr>
          </a:solidFill>
          <a:ln w="9525">
            <a:solidFill>
              <a:srgbClr val="352379"/>
            </a:solidFill>
            <a:prstDash val="dash"/>
            <a:round/>
          </a:ln>
        </p:spPr>
        <p:style>
          <a:lnRef idx="0"/>
          <a:fillRef idx="0"/>
          <a:effectRef idx="0"/>
          <a:fontRef idx="minor"/>
        </p:style>
      </p:sp>
      <p:grpSp>
        <p:nvGrpSpPr>
          <p:cNvPr id="535" name="Group 3"/>
          <p:cNvGrpSpPr/>
          <p:nvPr/>
        </p:nvGrpSpPr>
        <p:grpSpPr>
          <a:xfrm>
            <a:off x="7680240" y="5013360"/>
            <a:ext cx="360360" cy="144000"/>
            <a:chOff x="7680240" y="5013360"/>
            <a:chExt cx="360360" cy="144000"/>
          </a:xfrm>
        </p:grpSpPr>
        <p:sp>
          <p:nvSpPr>
            <p:cNvPr id="536" name="Oval 4"/>
            <p:cNvSpPr/>
            <p:nvPr/>
          </p:nvSpPr>
          <p:spPr>
            <a:xfrm>
              <a:off x="7680240" y="5013360"/>
              <a:ext cx="144000" cy="144000"/>
            </a:xfrm>
            <a:prstGeom prst="ellipse">
              <a:avLst/>
            </a:prstGeom>
            <a:gradFill rotWithShape="0">
              <a:gsLst>
                <a:gs pos="0">
                  <a:srgbClr val="352379"/>
                </a:gs>
                <a:gs pos="100000">
                  <a:srgbClr val="181037"/>
                </a:gs>
              </a:gsLst>
              <a:path path="rect">
                <a:fillToRect l="50000" t="50000" r="50000" b="50000"/>
              </a:path>
            </a:gradFill>
            <a:ln w="9525">
              <a:solidFill>
                <a:srgbClr val="352379"/>
              </a:solidFill>
              <a:round/>
            </a:ln>
          </p:spPr>
          <p:style>
            <a:lnRef idx="0"/>
            <a:fillRef idx="0"/>
            <a:effectRef idx="0"/>
            <a:fontRef idx="minor"/>
          </p:style>
        </p:sp>
        <p:sp>
          <p:nvSpPr>
            <p:cNvPr id="537" name="Line 5"/>
            <p:cNvSpPr/>
            <p:nvPr/>
          </p:nvSpPr>
          <p:spPr>
            <a:xfrm>
              <a:off x="7824600" y="5084640"/>
              <a:ext cx="216000" cy="360"/>
            </a:xfrm>
            <a:prstGeom prst="line">
              <a:avLst/>
            </a:prstGeom>
            <a:ln w="9525">
              <a:solidFill>
                <a:srgbClr val="000099"/>
              </a:solidFill>
              <a:round/>
              <a:tailEnd len="med" type="triangle" w="med"/>
            </a:ln>
          </p:spPr>
          <p:style>
            <a:lnRef idx="0"/>
            <a:fillRef idx="0"/>
            <a:effectRef idx="0"/>
            <a:fontRef idx="minor"/>
          </p:style>
        </p:sp>
      </p:grpSp>
      <p:grpSp>
        <p:nvGrpSpPr>
          <p:cNvPr id="538" name="Group 6"/>
          <p:cNvGrpSpPr/>
          <p:nvPr/>
        </p:nvGrpSpPr>
        <p:grpSpPr>
          <a:xfrm>
            <a:off x="7104240" y="5661000"/>
            <a:ext cx="360000" cy="144000"/>
            <a:chOff x="7104240" y="5661000"/>
            <a:chExt cx="360000" cy="144000"/>
          </a:xfrm>
        </p:grpSpPr>
        <p:sp>
          <p:nvSpPr>
            <p:cNvPr id="539" name="Oval 7"/>
            <p:cNvSpPr/>
            <p:nvPr/>
          </p:nvSpPr>
          <p:spPr>
            <a:xfrm>
              <a:off x="7104240" y="5661000"/>
              <a:ext cx="144000" cy="144000"/>
            </a:xfrm>
            <a:prstGeom prst="ellipse">
              <a:avLst/>
            </a:prstGeom>
            <a:gradFill rotWithShape="0">
              <a:gsLst>
                <a:gs pos="0">
                  <a:srgbClr val="352379"/>
                </a:gs>
                <a:gs pos="100000">
                  <a:srgbClr val="181037"/>
                </a:gs>
              </a:gsLst>
              <a:path path="rect">
                <a:fillToRect l="50000" t="50000" r="50000" b="50000"/>
              </a:path>
            </a:gradFill>
            <a:ln w="9525">
              <a:solidFill>
                <a:srgbClr val="352379"/>
              </a:solidFill>
              <a:round/>
            </a:ln>
          </p:spPr>
          <p:style>
            <a:lnRef idx="0"/>
            <a:fillRef idx="0"/>
            <a:effectRef idx="0"/>
            <a:fontRef idx="minor"/>
          </p:style>
        </p:sp>
        <p:sp>
          <p:nvSpPr>
            <p:cNvPr id="540" name="Line 8"/>
            <p:cNvSpPr/>
            <p:nvPr/>
          </p:nvSpPr>
          <p:spPr>
            <a:xfrm>
              <a:off x="7248240" y="5732280"/>
              <a:ext cx="216000" cy="360"/>
            </a:xfrm>
            <a:prstGeom prst="line">
              <a:avLst/>
            </a:prstGeom>
            <a:ln w="9525">
              <a:solidFill>
                <a:srgbClr val="000099"/>
              </a:solidFill>
              <a:round/>
              <a:tailEnd len="med" type="triangle" w="med"/>
            </a:ln>
          </p:spPr>
          <p:style>
            <a:lnRef idx="0"/>
            <a:fillRef idx="0"/>
            <a:effectRef idx="0"/>
            <a:fontRef idx="minor"/>
          </p:style>
        </p:sp>
      </p:grpSp>
      <p:grpSp>
        <p:nvGrpSpPr>
          <p:cNvPr id="541" name="Group 9"/>
          <p:cNvGrpSpPr/>
          <p:nvPr/>
        </p:nvGrpSpPr>
        <p:grpSpPr>
          <a:xfrm>
            <a:off x="5591160" y="5373720"/>
            <a:ext cx="360360" cy="144000"/>
            <a:chOff x="5591160" y="5373720"/>
            <a:chExt cx="360360" cy="144000"/>
          </a:xfrm>
        </p:grpSpPr>
        <p:sp>
          <p:nvSpPr>
            <p:cNvPr id="542" name="Oval 10"/>
            <p:cNvSpPr/>
            <p:nvPr/>
          </p:nvSpPr>
          <p:spPr>
            <a:xfrm>
              <a:off x="5591160" y="5373720"/>
              <a:ext cx="144000" cy="144000"/>
            </a:xfrm>
            <a:prstGeom prst="ellipse">
              <a:avLst/>
            </a:prstGeom>
            <a:gradFill rotWithShape="0">
              <a:gsLst>
                <a:gs pos="0">
                  <a:srgbClr val="352379"/>
                </a:gs>
                <a:gs pos="100000">
                  <a:srgbClr val="181037"/>
                </a:gs>
              </a:gsLst>
              <a:path path="rect">
                <a:fillToRect l="50000" t="50000" r="50000" b="50000"/>
              </a:path>
            </a:gradFill>
            <a:ln w="9525">
              <a:solidFill>
                <a:srgbClr val="352379"/>
              </a:solidFill>
              <a:round/>
            </a:ln>
          </p:spPr>
          <p:style>
            <a:lnRef idx="0"/>
            <a:fillRef idx="0"/>
            <a:effectRef idx="0"/>
            <a:fontRef idx="minor"/>
          </p:style>
        </p:sp>
        <p:sp>
          <p:nvSpPr>
            <p:cNvPr id="543" name="Line 11"/>
            <p:cNvSpPr/>
            <p:nvPr/>
          </p:nvSpPr>
          <p:spPr>
            <a:xfrm>
              <a:off x="5735520" y="5445000"/>
              <a:ext cx="216000" cy="360"/>
            </a:xfrm>
            <a:prstGeom prst="line">
              <a:avLst/>
            </a:prstGeom>
            <a:ln w="9525">
              <a:solidFill>
                <a:srgbClr val="000099"/>
              </a:solidFill>
              <a:round/>
              <a:tailEnd len="med" type="triangle" w="med"/>
            </a:ln>
          </p:spPr>
          <p:style>
            <a:lnRef idx="0"/>
            <a:fillRef idx="0"/>
            <a:effectRef idx="0"/>
            <a:fontRef idx="minor"/>
          </p:style>
        </p:sp>
      </p:grpSp>
      <p:grpSp>
        <p:nvGrpSpPr>
          <p:cNvPr id="544" name="Group 12"/>
          <p:cNvGrpSpPr/>
          <p:nvPr/>
        </p:nvGrpSpPr>
        <p:grpSpPr>
          <a:xfrm>
            <a:off x="4656240" y="5157720"/>
            <a:ext cx="360000" cy="144000"/>
            <a:chOff x="4656240" y="5157720"/>
            <a:chExt cx="360000" cy="144000"/>
          </a:xfrm>
        </p:grpSpPr>
        <p:sp>
          <p:nvSpPr>
            <p:cNvPr id="545" name="Oval 13"/>
            <p:cNvSpPr/>
            <p:nvPr/>
          </p:nvSpPr>
          <p:spPr>
            <a:xfrm>
              <a:off x="4656240" y="5157720"/>
              <a:ext cx="144000" cy="144000"/>
            </a:xfrm>
            <a:prstGeom prst="ellipse">
              <a:avLst/>
            </a:prstGeom>
            <a:gradFill rotWithShape="0">
              <a:gsLst>
                <a:gs pos="0">
                  <a:srgbClr val="352379"/>
                </a:gs>
                <a:gs pos="100000">
                  <a:srgbClr val="181037"/>
                </a:gs>
              </a:gsLst>
              <a:path path="rect">
                <a:fillToRect l="50000" t="50000" r="50000" b="50000"/>
              </a:path>
            </a:gradFill>
            <a:ln w="9525">
              <a:solidFill>
                <a:srgbClr val="352379"/>
              </a:solidFill>
              <a:round/>
            </a:ln>
          </p:spPr>
          <p:style>
            <a:lnRef idx="0"/>
            <a:fillRef idx="0"/>
            <a:effectRef idx="0"/>
            <a:fontRef idx="minor"/>
          </p:style>
        </p:sp>
        <p:sp>
          <p:nvSpPr>
            <p:cNvPr id="546" name="Line 14"/>
            <p:cNvSpPr/>
            <p:nvPr/>
          </p:nvSpPr>
          <p:spPr>
            <a:xfrm>
              <a:off x="4800600" y="5229000"/>
              <a:ext cx="215640" cy="360"/>
            </a:xfrm>
            <a:prstGeom prst="line">
              <a:avLst/>
            </a:prstGeom>
            <a:ln w="9525">
              <a:solidFill>
                <a:srgbClr val="000099"/>
              </a:solidFill>
              <a:round/>
              <a:tailEnd len="med" type="triangle" w="med"/>
            </a:ln>
          </p:spPr>
          <p:style>
            <a:lnRef idx="0"/>
            <a:fillRef idx="0"/>
            <a:effectRef idx="0"/>
            <a:fontRef idx="minor"/>
          </p:style>
        </p:sp>
      </p:grpSp>
      <p:sp>
        <p:nvSpPr>
          <p:cNvPr id="547" name="WordArt 15"/>
          <p:cNvSpPr txBox="1"/>
          <p:nvPr/>
        </p:nvSpPr>
        <p:spPr>
          <a:xfrm>
            <a:off x="4676760" y="532440"/>
            <a:ext cx="2808000" cy="502920"/>
          </a:xfrm>
          <a:prstGeom prst="rect">
            <a:avLst/>
          </a:prstGeom>
        </p:spPr>
        <p:txBody>
          <a:bodyPr wrap="none" lIns="90000" rIns="90000" tIns="45000" bIns="45000" anchor="t" anchorCtr="1">
            <a:prstTxWarp prst="textPlain">
              <a:avLst>
                <a:gd name="adj" fmla="val 50000"/>
              </a:avLst>
            </a:prstTxWarp>
            <a:noAutofit/>
          </a:bodyPr>
          <a:p>
            <a:pPr algn="ctr">
              <a:lnSpc>
                <a:spcPct val="100000"/>
              </a:lnSpc>
              <a:buNone/>
            </a:pPr>
            <a:r>
              <a:rPr b="0" lang="ru-RU" sz="3600" spc="-1" strike="noStrike">
                <a:ln w="0">
                  <a:noFill/>
                </a:ln>
                <a:solidFill>
                  <a:srgbClr val="336699"/>
                </a:solidFill>
                <a:latin typeface="Times New Roman"/>
                <a:ea typeface="Arial"/>
              </a:rPr>
              <a:t>Сила тока</a:t>
            </a:r>
            <a:endParaRPr b="0" lang="ru-RU" sz="3600" spc="-1" strike="noStrike">
              <a:ln w="0">
                <a:noFill/>
              </a:ln>
              <a:solidFill>
                <a:srgbClr val="336699"/>
              </a:solidFill>
              <a:latin typeface="Arial"/>
            </a:endParaRPr>
          </a:p>
        </p:txBody>
      </p:sp>
      <p:sp>
        <p:nvSpPr>
          <p:cNvPr id="548" name="Text Box 16"/>
          <p:cNvSpPr/>
          <p:nvPr/>
        </p:nvSpPr>
        <p:spPr>
          <a:xfrm>
            <a:off x="812520" y="977760"/>
            <a:ext cx="8964360" cy="1704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9"/>
              </a:spcBef>
              <a:buNone/>
            </a:pPr>
            <a:r>
              <a:rPr b="0" lang="ru-RU" sz="2400" spc="-1" strike="noStrike">
                <a:solidFill>
                  <a:srgbClr val="000099"/>
                </a:solidFill>
                <a:latin typeface="Times New Roman"/>
                <a:ea typeface="Arial"/>
              </a:rPr>
              <a:t>Постоянным электрическим током называют направленное движение заряженных частиц.</a:t>
            </a:r>
            <a:endParaRPr b="0" lang="ru-RU" sz="2400" spc="-1" strike="noStrike">
              <a:latin typeface="Arial"/>
            </a:endParaRPr>
          </a:p>
          <a:p>
            <a:pPr>
              <a:lnSpc>
                <a:spcPct val="100000"/>
              </a:lnSpc>
              <a:spcBef>
                <a:spcPts val="1199"/>
              </a:spcBef>
              <a:buNone/>
            </a:pPr>
            <a:r>
              <a:rPr b="0" lang="ru-RU" sz="2400" spc="-1" strike="noStrike">
                <a:solidFill>
                  <a:srgbClr val="000099"/>
                </a:solidFill>
                <a:latin typeface="Times New Roman"/>
                <a:ea typeface="Arial"/>
              </a:rPr>
              <a:t>Силой тока называют величину равную отношению заряда перенесенного через поперечное сечение проводника ко времени.</a:t>
            </a:r>
            <a:endParaRPr b="0" lang="ru-RU" sz="2400" spc="-1" strike="noStrike">
              <a:latin typeface="Arial"/>
            </a:endParaRPr>
          </a:p>
        </p:txBody>
      </p:sp>
      <p:grpSp>
        <p:nvGrpSpPr>
          <p:cNvPr id="549" name="Group 17"/>
          <p:cNvGrpSpPr/>
          <p:nvPr/>
        </p:nvGrpSpPr>
        <p:grpSpPr>
          <a:xfrm>
            <a:off x="5016600" y="2637000"/>
            <a:ext cx="2088720" cy="1294920"/>
            <a:chOff x="5016600" y="2637000"/>
            <a:chExt cx="2088720" cy="1294920"/>
          </a:xfrm>
        </p:grpSpPr>
        <p:sp>
          <p:nvSpPr>
            <p:cNvPr id="550" name="Text Box 18"/>
            <p:cNvSpPr/>
            <p:nvPr/>
          </p:nvSpPr>
          <p:spPr>
            <a:xfrm>
              <a:off x="5089680" y="2925720"/>
              <a:ext cx="1079280" cy="6991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2001"/>
                </a:spcBef>
                <a:buNone/>
              </a:pPr>
              <a:r>
                <a:rPr b="0" lang="en-US" sz="4000" spc="-1" strike="noStrike">
                  <a:solidFill>
                    <a:srgbClr val="000099"/>
                  </a:solidFill>
                  <a:latin typeface="Times New Roman"/>
                  <a:ea typeface="Arial"/>
                </a:rPr>
                <a:t>I = </a:t>
              </a:r>
              <a:endParaRPr b="0" lang="ru-RU" sz="4000" spc="-1" strike="noStrike">
                <a:latin typeface="Arial"/>
              </a:endParaRPr>
            </a:p>
          </p:txBody>
        </p:sp>
        <p:sp>
          <p:nvSpPr>
            <p:cNvPr id="551" name="Text Box 19"/>
            <p:cNvSpPr/>
            <p:nvPr/>
          </p:nvSpPr>
          <p:spPr>
            <a:xfrm>
              <a:off x="6168960" y="3213000"/>
              <a:ext cx="720360" cy="6991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2001"/>
                </a:spcBef>
                <a:buNone/>
              </a:pPr>
              <a:r>
                <a:rPr b="0" lang="en-US" sz="4000" spc="-1" strike="noStrike">
                  <a:solidFill>
                    <a:srgbClr val="000099"/>
                  </a:solidFill>
                  <a:latin typeface="Times New Roman"/>
                  <a:ea typeface="Arial"/>
                </a:rPr>
                <a:t>∆</a:t>
              </a:r>
              <a:r>
                <a:rPr b="0" lang="en-US" sz="4000" spc="-1" strike="noStrike">
                  <a:solidFill>
                    <a:srgbClr val="000099"/>
                  </a:solidFill>
                  <a:latin typeface="Times New Roman"/>
                  <a:ea typeface="Arial"/>
                </a:rPr>
                <a:t>t</a:t>
              </a:r>
              <a:endParaRPr b="0" lang="ru-RU" sz="4000" spc="-1" strike="noStrike">
                <a:latin typeface="Arial"/>
              </a:endParaRPr>
            </a:p>
          </p:txBody>
        </p:sp>
        <p:sp>
          <p:nvSpPr>
            <p:cNvPr id="552" name="Text Box 20"/>
            <p:cNvSpPr/>
            <p:nvPr/>
          </p:nvSpPr>
          <p:spPr>
            <a:xfrm>
              <a:off x="6024600" y="2637000"/>
              <a:ext cx="791640" cy="6991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2001"/>
                </a:spcBef>
                <a:buNone/>
              </a:pPr>
              <a:r>
                <a:rPr b="0" lang="en-US" sz="4000" spc="-1" strike="noStrike">
                  <a:solidFill>
                    <a:srgbClr val="000099"/>
                  </a:solidFill>
                  <a:latin typeface="Times New Roman"/>
                  <a:ea typeface="Arial"/>
                </a:rPr>
                <a:t>∆</a:t>
              </a:r>
              <a:r>
                <a:rPr b="0" lang="en-US" sz="4000" spc="-1" strike="noStrike">
                  <a:solidFill>
                    <a:srgbClr val="000099"/>
                  </a:solidFill>
                  <a:latin typeface="Times New Roman"/>
                  <a:ea typeface="Arial"/>
                </a:rPr>
                <a:t>q </a:t>
              </a:r>
              <a:endParaRPr b="0" lang="ru-RU" sz="4000" spc="-1" strike="noStrike">
                <a:latin typeface="Arial"/>
              </a:endParaRPr>
            </a:p>
          </p:txBody>
        </p:sp>
        <p:sp>
          <p:nvSpPr>
            <p:cNvPr id="553" name="Line 21"/>
            <p:cNvSpPr/>
            <p:nvPr/>
          </p:nvSpPr>
          <p:spPr>
            <a:xfrm>
              <a:off x="5952960" y="3357360"/>
              <a:ext cx="936720" cy="360"/>
            </a:xfrm>
            <a:prstGeom prst="line">
              <a:avLst/>
            </a:prstGeom>
            <a:ln w="19050">
              <a:solidFill>
                <a:srgbClr val="000099"/>
              </a:solidFill>
              <a:round/>
            </a:ln>
          </p:spPr>
          <p:style>
            <a:lnRef idx="0"/>
            <a:fillRef idx="0"/>
            <a:effectRef idx="0"/>
            <a:fontRef idx="minor"/>
          </p:style>
        </p:sp>
        <p:sp>
          <p:nvSpPr>
            <p:cNvPr id="554" name="Rectangle 22"/>
            <p:cNvSpPr/>
            <p:nvPr/>
          </p:nvSpPr>
          <p:spPr>
            <a:xfrm>
              <a:off x="5016600" y="2708280"/>
              <a:ext cx="2088720" cy="1223640"/>
            </a:xfrm>
            <a:prstGeom prst="rect">
              <a:avLst/>
            </a:prstGeom>
            <a:noFill/>
            <a:ln w="9525">
              <a:solidFill>
                <a:srgbClr val="000099"/>
              </a:solidFill>
              <a:miter/>
            </a:ln>
          </p:spPr>
          <p:style>
            <a:lnRef idx="0"/>
            <a:fillRef idx="0"/>
            <a:effectRef idx="0"/>
            <a:fontRef idx="minor"/>
          </p:style>
        </p:sp>
      </p:grpSp>
      <p:grpSp>
        <p:nvGrpSpPr>
          <p:cNvPr id="555" name="Group 23"/>
          <p:cNvGrpSpPr/>
          <p:nvPr/>
        </p:nvGrpSpPr>
        <p:grpSpPr>
          <a:xfrm>
            <a:off x="3467160" y="4489560"/>
            <a:ext cx="5830200" cy="1838160"/>
            <a:chOff x="3467160" y="4489560"/>
            <a:chExt cx="5830200" cy="1838160"/>
          </a:xfrm>
        </p:grpSpPr>
        <p:sp>
          <p:nvSpPr>
            <p:cNvPr id="556" name="AutoShape 24"/>
            <p:cNvSpPr/>
            <p:nvPr/>
          </p:nvSpPr>
          <p:spPr>
            <a:xfrm rot="16200000">
              <a:off x="6728040" y="3758400"/>
              <a:ext cx="1838160" cy="3300480"/>
            </a:xfrm>
            <a:prstGeom prst="can">
              <a:avLst>
                <a:gd name="adj" fmla="val 45842"/>
              </a:avLst>
            </a:prstGeom>
            <a:solidFill>
              <a:schemeClr val="bg1">
                <a:alpha val="39000"/>
              </a:schemeClr>
            </a:solidFill>
            <a:ln w="9525">
              <a:solidFill>
                <a:srgbClr val="352379"/>
              </a:solidFill>
              <a:round/>
            </a:ln>
          </p:spPr>
          <p:style>
            <a:lnRef idx="0"/>
            <a:fillRef idx="0"/>
            <a:effectRef idx="0"/>
            <a:fontRef idx="minor"/>
          </p:style>
        </p:sp>
        <p:sp>
          <p:nvSpPr>
            <p:cNvPr id="557" name="AutoShape 25"/>
            <p:cNvSpPr/>
            <p:nvPr/>
          </p:nvSpPr>
          <p:spPr>
            <a:xfrm rot="16200000">
              <a:off x="4198320" y="3758400"/>
              <a:ext cx="1838160" cy="3300480"/>
            </a:xfrm>
            <a:prstGeom prst="can">
              <a:avLst>
                <a:gd name="adj" fmla="val 45842"/>
              </a:avLst>
            </a:prstGeom>
            <a:solidFill>
              <a:schemeClr val="bg1">
                <a:alpha val="40000"/>
              </a:schemeClr>
            </a:solidFill>
            <a:ln w="9525">
              <a:solidFill>
                <a:srgbClr val="352379"/>
              </a:solidFill>
              <a:round/>
            </a:ln>
          </p:spPr>
          <p:style>
            <a:lnRef idx="0"/>
            <a:fillRef idx="0"/>
            <a:effectRef idx="0"/>
            <a:fontRef idx="minor"/>
          </p:style>
        </p:sp>
      </p:grpSp>
      <p:sp>
        <p:nvSpPr>
          <p:cNvPr id="558" name="Прямоугольник 1"/>
          <p:cNvSpPr/>
          <p:nvPr/>
        </p:nvSpPr>
        <p:spPr>
          <a:xfrm>
            <a:off x="241200" y="52920"/>
            <a:ext cx="1810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1800" spc="-1" strike="noStrike">
                <a:solidFill>
                  <a:srgbClr val="ffffff"/>
                </a:solidFill>
                <a:latin typeface="Montserrat"/>
                <a:ea typeface="Arial"/>
              </a:rPr>
              <a:t>Кафедра ТЭЦ</a:t>
            </a:r>
            <a:endParaRPr b="0" lang="ru-RU" sz="1800" spc="-1" strike="noStrike">
              <a:latin typeface="Arial"/>
            </a:endParaRPr>
          </a:p>
        </p:txBody>
      </p:sp>
    </p:spTree>
  </p:cSld>
  <mc:AlternateContent>
    <mc:Choice Requires="p14">
      <p:transition spd="slow" p14:dur="2000"/>
    </mc:Choice>
    <mc:Fallback>
      <p:transition spd="slow"/>
    </mc:Fallback>
  </mc:AlternateContent>
  <p:timing>
    <p:tnLst>
      <p:par>
        <p:cTn id="71" dur="indefinite" restart="never" nodeType="tmRoot">
          <p:childTnLst>
            <p:seq>
              <p:cTn id="72" dur="indefinite" nodeType="mainSeq">
                <p:childTnLst>
                  <p:par>
                    <p:cTn id="73" nodeType="clickEffect" fill="hold">
                      <p:stCondLst>
                        <p:cond delay="0"/>
                      </p:stCondLst>
                      <p:childTnLst>
                        <p:par>
                          <p:cTn id="74" nodeType="withEffect" fill="hold">
                            <p:stCondLst>
                              <p:cond delay="0"/>
                            </p:stCondLst>
                            <p:childTnLst>
                              <p:par>
                                <p:cTn id="75" nodeType="afterEffect" fill="hold" presetClass="entr" presetID="27">
                                  <p:stCondLst>
                                    <p:cond delay="0"/>
                                  </p:stCondLst>
                                  <p:iterate type="lt">
                                    <p:tmAbs val="500"/>
                                  </p:iterate>
                                  <p:childTnLst>
                                    <p:set>
                                      <p:cBhvr>
                                        <p:cTn id="76" dur="1" fill="hold">
                                          <p:stCondLst>
                                            <p:cond delay="0"/>
                                          </p:stCondLst>
                                        </p:cTn>
                                        <p:tgtEl>
                                          <p:spTgt spid="548">
                                            <p:txEl>
                                              <p:pRg st="0" end="0"/>
                                            </p:txEl>
                                          </p:spTgt>
                                        </p:tgtEl>
                                        <p:attrNameLst>
                                          <p:attrName>style.visibility</p:attrName>
                                        </p:attrNameLst>
                                      </p:cBhvr>
                                      <p:to>
                                        <p:strVal val="visible"/>
                                      </p:to>
                                    </p:set>
                                    <p:anim calcmode="discrete" valueType="clr">
                                      <p:cBhvr additive="repl">
                                        <p:cTn id="77" dur="80"/>
                                        <p:tgtEl>
                                          <p:spTgt spid="548">
                                            <p:txEl>
                                              <p:pRg st="0" end="0"/>
                                            </p:txEl>
                                          </p:spTgt>
                                        </p:tgtEl>
                                        <p:attrNameLst>
                                          <p:attrName>style.color</p:attrName>
                                        </p:attrNameLst>
                                      </p:cBhvr>
                                      <p:tavLst>
                                        <p:tav tm="0">
                                          <p:val>
                                            <p:strVal val="rgb(-21,-83,-57)"/>
                                          </p:val>
                                        </p:tav>
                                        <p:tav tm="50000">
                                          <p:val>
                                            <p:strVal val="rgb(-40,100,-116)"/>
                                          </p:val>
                                        </p:tav>
                                      </p:tavLst>
                                    </p:anim>
                                    <p:anim calcmode="discrete" valueType="clr">
                                      <p:cBhvr additive="repl">
                                        <p:cTn id="78" dur="80"/>
                                        <p:tgtEl>
                                          <p:spTgt spid="548">
                                            <p:txEl>
                                              <p:pRg st="0" end="0"/>
                                            </p:txEl>
                                          </p:spTgt>
                                        </p:tgtEl>
                                        <p:attrNameLst>
                                          <p:attrName>fillcolor</p:attrName>
                                        </p:attrNameLst>
                                      </p:cBhvr>
                                      <p:tavLst>
                                        <p:tav tm="0">
                                          <p:val>
                                            <p:strVal val="rgb(-21,-83,-57)"/>
                                          </p:val>
                                        </p:tav>
                                        <p:tav tm="50000">
                                          <p:val>
                                            <p:strVal val="rgb(-40,100,-116)"/>
                                          </p:val>
                                        </p:tav>
                                      </p:tavLst>
                                    </p:anim>
                                    <p:set>
                                      <p:cBhvr>
                                        <p:cTn id="79" dur="80"/>
                                        <p:tgtEl>
                                          <p:spTgt spid="548">
                                            <p:txEl>
                                              <p:pRg st="0" end="0"/>
                                            </p:txEl>
                                          </p:spTgt>
                                        </p:tgtEl>
                                        <p:attrNameLst>
                                          <p:attrName>fill.type</p:attrName>
                                        </p:attrNameLst>
                                      </p:cBhvr>
                                      <p:to>
                                        <p:strVal val="solid"/>
                                      </p:to>
                                    </p:set>
                                  </p:childTnLst>
                                </p:cTn>
                              </p:par>
                            </p:childTnLst>
                          </p:cTn>
                        </p:par>
                        <p:par>
                          <p:cTn id="80" nodeType="afterEffect" fill="hold">
                            <p:stCondLst>
                              <p:cond delay="2960"/>
                            </p:stCondLst>
                            <p:childTnLst>
                              <p:par>
                                <p:cTn id="81" nodeType="afterEffect" fill="hold" presetClass="entr" presetID="27">
                                  <p:stCondLst>
                                    <p:cond delay="0"/>
                                  </p:stCondLst>
                                  <p:iterate type="lt">
                                    <p:tmAbs val="500"/>
                                  </p:iterate>
                                  <p:childTnLst>
                                    <p:set>
                                      <p:cBhvr>
                                        <p:cTn id="82" dur="1" fill="hold">
                                          <p:stCondLst>
                                            <p:cond delay="0"/>
                                          </p:stCondLst>
                                        </p:cTn>
                                        <p:tgtEl>
                                          <p:spTgt spid="548">
                                            <p:txEl>
                                              <p:pRg st="1" end="1"/>
                                            </p:txEl>
                                          </p:spTgt>
                                        </p:tgtEl>
                                        <p:attrNameLst>
                                          <p:attrName>style.visibility</p:attrName>
                                        </p:attrNameLst>
                                      </p:cBhvr>
                                      <p:to>
                                        <p:strVal val="visible"/>
                                      </p:to>
                                    </p:set>
                                    <p:anim calcmode="discrete" valueType="clr">
                                      <p:cBhvr additive="repl">
                                        <p:cTn id="83" dur="80"/>
                                        <p:tgtEl>
                                          <p:spTgt spid="548">
                                            <p:txEl>
                                              <p:pRg st="1" end="1"/>
                                            </p:txEl>
                                          </p:spTgt>
                                        </p:tgtEl>
                                        <p:attrNameLst>
                                          <p:attrName>style.color</p:attrName>
                                        </p:attrNameLst>
                                      </p:cBhvr>
                                      <p:tavLst>
                                        <p:tav tm="0">
                                          <p:val>
                                            <p:strVal val="rgb(-21,-83,-57)"/>
                                          </p:val>
                                        </p:tav>
                                        <p:tav tm="50000">
                                          <p:val>
                                            <p:strVal val="rgb(-40,100,-116)"/>
                                          </p:val>
                                        </p:tav>
                                      </p:tavLst>
                                    </p:anim>
                                    <p:anim calcmode="discrete" valueType="clr">
                                      <p:cBhvr additive="repl">
                                        <p:cTn id="84" dur="80"/>
                                        <p:tgtEl>
                                          <p:spTgt spid="548">
                                            <p:txEl>
                                              <p:pRg st="1" end="1"/>
                                            </p:txEl>
                                          </p:spTgt>
                                        </p:tgtEl>
                                        <p:attrNameLst>
                                          <p:attrName>fillcolor</p:attrName>
                                        </p:attrNameLst>
                                      </p:cBhvr>
                                      <p:tavLst>
                                        <p:tav tm="0">
                                          <p:val>
                                            <p:strVal val="rgb(-21,-83,-57)"/>
                                          </p:val>
                                        </p:tav>
                                        <p:tav tm="50000">
                                          <p:val>
                                            <p:strVal val="rgb(-40,100,-116)"/>
                                          </p:val>
                                        </p:tav>
                                      </p:tavLst>
                                    </p:anim>
                                    <p:set>
                                      <p:cBhvr>
                                        <p:cTn id="85" dur="80"/>
                                        <p:tgtEl>
                                          <p:spTgt spid="548">
                                            <p:txEl>
                                              <p:pRg st="1" end="1"/>
                                            </p:txEl>
                                          </p:spTgt>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PlaceHolder 1"/>
          <p:cNvSpPr>
            <a:spLocks noGrp="1"/>
          </p:cNvSpPr>
          <p:nvPr>
            <p:ph type="title"/>
          </p:nvPr>
        </p:nvSpPr>
        <p:spPr>
          <a:xfrm>
            <a:off x="660240" y="664200"/>
            <a:ext cx="7787880" cy="1142640"/>
          </a:xfrm>
          <a:prstGeom prst="rect">
            <a:avLst/>
          </a:prstGeom>
          <a:noFill/>
          <a:ln w="0">
            <a:noFill/>
          </a:ln>
        </p:spPr>
        <p:txBody>
          <a:bodyPr anchor="t">
            <a:noAutofit/>
          </a:bodyPr>
          <a:p>
            <a:pPr>
              <a:lnSpc>
                <a:spcPct val="100000"/>
              </a:lnSpc>
              <a:buNone/>
            </a:pPr>
            <a:r>
              <a:rPr b="0" lang="ru-RU" sz="3600" spc="-1" strike="noStrike">
                <a:solidFill>
                  <a:srgbClr val="002060"/>
                </a:solidFill>
                <a:latin typeface="Montserrat SemiBold"/>
                <a:ea typeface="Arial"/>
              </a:rPr>
              <a:t>Электрическое напряжение</a:t>
            </a:r>
            <a:endParaRPr b="0" lang="ru-RU" sz="3600" spc="-1" strike="noStrike">
              <a:solidFill>
                <a:srgbClr val="352379"/>
              </a:solidFill>
              <a:latin typeface="Montserrat"/>
            </a:endParaRPr>
          </a:p>
        </p:txBody>
      </p:sp>
      <p:sp>
        <p:nvSpPr>
          <p:cNvPr id="560" name="TextBox 2"/>
          <p:cNvSpPr/>
          <p:nvPr/>
        </p:nvSpPr>
        <p:spPr>
          <a:xfrm>
            <a:off x="0" y="1561680"/>
            <a:ext cx="7991280" cy="1552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ru-RU" sz="2400" spc="-1" strike="noStrike">
                <a:solidFill>
                  <a:srgbClr val="352379"/>
                </a:solidFill>
                <a:latin typeface="Montserrat SemiBold"/>
                <a:ea typeface="Arial"/>
              </a:rPr>
              <a:t>Напряжение показывает, какую работу совершает электрическое поле при перемещении единичного положительного заряда из одной точки в другую.</a:t>
            </a:r>
            <a:endParaRPr b="0" lang="ru-RU" sz="2400" spc="-1" strike="noStrike">
              <a:latin typeface="Arial"/>
            </a:endParaRPr>
          </a:p>
        </p:txBody>
      </p:sp>
      <p:sp>
        <p:nvSpPr>
          <p:cNvPr id="561" name="TextBox 3"/>
          <p:cNvSpPr/>
          <p:nvPr/>
        </p:nvSpPr>
        <p:spPr>
          <a:xfrm>
            <a:off x="1951200" y="3012840"/>
            <a:ext cx="2673360" cy="17355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5400" spc="-1" strike="noStrike">
                <a:solidFill>
                  <a:srgbClr val="352379"/>
                </a:solidFill>
                <a:latin typeface="Montserrat SemiBold"/>
                <a:ea typeface="Arial"/>
              </a:rPr>
              <a:t>U = A / q</a:t>
            </a:r>
            <a:endParaRPr b="0" lang="ru-RU" sz="5400" spc="-1" strike="noStrike">
              <a:latin typeface="Arial"/>
            </a:endParaRPr>
          </a:p>
        </p:txBody>
      </p:sp>
      <p:sp>
        <p:nvSpPr>
          <p:cNvPr id="562" name="Прямоугольник 4"/>
          <p:cNvSpPr/>
          <p:nvPr/>
        </p:nvSpPr>
        <p:spPr>
          <a:xfrm>
            <a:off x="595080" y="43560"/>
            <a:ext cx="1810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1800" spc="-1" strike="noStrike">
                <a:solidFill>
                  <a:srgbClr val="ffffff"/>
                </a:solidFill>
                <a:latin typeface="Montserrat"/>
                <a:ea typeface="Arial"/>
              </a:rPr>
              <a:t>Кафедра ТЭЦ</a:t>
            </a:r>
            <a:endParaRPr b="0" lang="ru-RU" sz="1800" spc="-1" strike="noStrike">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PlaceHolder 1"/>
          <p:cNvSpPr>
            <a:spLocks noGrp="1"/>
          </p:cNvSpPr>
          <p:nvPr>
            <p:ph type="title"/>
          </p:nvPr>
        </p:nvSpPr>
        <p:spPr>
          <a:xfrm>
            <a:off x="893520" y="2175840"/>
            <a:ext cx="10898640" cy="1002960"/>
          </a:xfrm>
          <a:prstGeom prst="rect">
            <a:avLst/>
          </a:prstGeom>
          <a:noFill/>
          <a:ln w="0">
            <a:noFill/>
          </a:ln>
        </p:spPr>
        <p:txBody>
          <a:bodyPr anchor="t">
            <a:noAutofit/>
          </a:bodyPr>
          <a:p>
            <a:pPr>
              <a:lnSpc>
                <a:spcPct val="100000"/>
              </a:lnSpc>
              <a:buNone/>
            </a:pPr>
            <a:r>
              <a:rPr b="0" lang="ru-RU" sz="3800" spc="-1" strike="noStrike">
                <a:solidFill>
                  <a:srgbClr val="7c08dc"/>
                </a:solidFill>
                <a:latin typeface="Montserrat SemiBold"/>
                <a:ea typeface="Arial"/>
              </a:rPr>
              <a:t>Зависимость силы тока от напряжения</a:t>
            </a:r>
            <a:endParaRPr b="0" lang="ru-RU" sz="3800" spc="-1" strike="noStrike">
              <a:solidFill>
                <a:srgbClr val="352379"/>
              </a:solidFill>
              <a:latin typeface="Montserrat"/>
            </a:endParaRPr>
          </a:p>
        </p:txBody>
      </p:sp>
      <p:sp>
        <p:nvSpPr>
          <p:cNvPr id="564" name="PlaceHolder 2"/>
          <p:cNvSpPr>
            <a:spLocks noGrp="1"/>
          </p:cNvSpPr>
          <p:nvPr>
            <p:ph/>
          </p:nvPr>
        </p:nvSpPr>
        <p:spPr>
          <a:xfrm>
            <a:off x="246960" y="729000"/>
            <a:ext cx="9940680" cy="1191600"/>
          </a:xfrm>
          <a:prstGeom prst="rect">
            <a:avLst/>
          </a:prstGeom>
          <a:noFill/>
          <a:ln w="0">
            <a:noFill/>
          </a:ln>
        </p:spPr>
        <p:txBody>
          <a:bodyPr anchor="t">
            <a:normAutofit fontScale="69000"/>
          </a:bodyPr>
          <a:p>
            <a:pPr>
              <a:lnSpc>
                <a:spcPct val="90000"/>
              </a:lnSpc>
              <a:spcBef>
                <a:spcPts val="1001"/>
              </a:spcBef>
              <a:buNone/>
              <a:tabLst>
                <a:tab algn="l" pos="0"/>
              </a:tabLst>
            </a:pPr>
            <a:r>
              <a:rPr b="0" lang="ru-RU" sz="4000" spc="-1" strike="noStrike">
                <a:solidFill>
                  <a:srgbClr val="352379"/>
                </a:solidFill>
                <a:latin typeface="Montserrat"/>
                <a:ea typeface="Arial"/>
              </a:rPr>
              <a:t>Сила тока пропорциональна напряжению      </a:t>
            </a:r>
            <a:r>
              <a:rPr b="1" lang="en-US" sz="4000" spc="-1" strike="noStrike">
                <a:solidFill>
                  <a:srgbClr val="352379"/>
                </a:solidFill>
                <a:latin typeface="Montserrat"/>
                <a:ea typeface="Arial"/>
              </a:rPr>
              <a:t>I~U</a:t>
            </a:r>
            <a:endParaRPr b="0" lang="ru-RU" sz="4000" spc="-1" strike="noStrike">
              <a:solidFill>
                <a:srgbClr val="352379"/>
              </a:solidFill>
              <a:latin typeface="Montserrat"/>
            </a:endParaRPr>
          </a:p>
          <a:p>
            <a:pPr>
              <a:lnSpc>
                <a:spcPct val="90000"/>
              </a:lnSpc>
              <a:spcBef>
                <a:spcPts val="1001"/>
              </a:spcBef>
              <a:buNone/>
              <a:tabLst>
                <a:tab algn="l" pos="0"/>
              </a:tabLst>
            </a:pPr>
            <a:r>
              <a:rPr b="0" lang="ru-RU" sz="4000" spc="-1" strike="noStrike">
                <a:solidFill>
                  <a:srgbClr val="352379"/>
                </a:solidFill>
                <a:latin typeface="Montserrat"/>
                <a:ea typeface="Arial"/>
              </a:rPr>
              <a:t>График – </a:t>
            </a:r>
            <a:r>
              <a:rPr b="1" lang="ru-RU" sz="4000" spc="-1" strike="noStrike">
                <a:solidFill>
                  <a:srgbClr val="352379"/>
                </a:solidFill>
                <a:latin typeface="Montserrat"/>
                <a:ea typeface="Arial"/>
              </a:rPr>
              <a:t>линейная зависимость</a:t>
            </a:r>
            <a:endParaRPr b="0" lang="ru-RU" sz="4000" spc="-1" strike="noStrike">
              <a:solidFill>
                <a:srgbClr val="352379"/>
              </a:solidFill>
              <a:latin typeface="Montserrat"/>
            </a:endParaRPr>
          </a:p>
        </p:txBody>
      </p:sp>
      <p:sp>
        <p:nvSpPr>
          <p:cNvPr id="565" name="Line 4"/>
          <p:cNvSpPr/>
          <p:nvPr/>
        </p:nvSpPr>
        <p:spPr>
          <a:xfrm flipV="1">
            <a:off x="2711160" y="4005000"/>
            <a:ext cx="360" cy="2087640"/>
          </a:xfrm>
          <a:prstGeom prst="line">
            <a:avLst/>
          </a:prstGeom>
          <a:ln w="9525">
            <a:solidFill>
              <a:srgbClr val="352379"/>
            </a:solidFill>
            <a:round/>
            <a:tailEnd len="med" type="triangle" w="med"/>
          </a:ln>
        </p:spPr>
        <p:style>
          <a:lnRef idx="0"/>
          <a:fillRef idx="0"/>
          <a:effectRef idx="0"/>
          <a:fontRef idx="minor"/>
        </p:style>
      </p:sp>
      <p:sp>
        <p:nvSpPr>
          <p:cNvPr id="566" name="Line 5"/>
          <p:cNvSpPr/>
          <p:nvPr/>
        </p:nvSpPr>
        <p:spPr>
          <a:xfrm>
            <a:off x="2711160" y="6092640"/>
            <a:ext cx="2448000" cy="360"/>
          </a:xfrm>
          <a:prstGeom prst="line">
            <a:avLst/>
          </a:prstGeom>
          <a:ln w="9525">
            <a:solidFill>
              <a:srgbClr val="352379"/>
            </a:solidFill>
            <a:round/>
            <a:tailEnd len="med" type="triangle" w="med"/>
          </a:ln>
        </p:spPr>
        <p:style>
          <a:lnRef idx="0"/>
          <a:fillRef idx="0"/>
          <a:effectRef idx="0"/>
          <a:fontRef idx="minor"/>
        </p:style>
      </p:sp>
      <p:sp>
        <p:nvSpPr>
          <p:cNvPr id="567" name="Line 6"/>
          <p:cNvSpPr/>
          <p:nvPr/>
        </p:nvSpPr>
        <p:spPr>
          <a:xfrm flipV="1">
            <a:off x="2711160" y="4437000"/>
            <a:ext cx="2160720" cy="1657080"/>
          </a:xfrm>
          <a:prstGeom prst="line">
            <a:avLst/>
          </a:prstGeom>
          <a:ln w="38100">
            <a:solidFill>
              <a:srgbClr val="ff3300"/>
            </a:solidFill>
            <a:round/>
          </a:ln>
        </p:spPr>
        <p:style>
          <a:lnRef idx="0"/>
          <a:fillRef idx="0"/>
          <a:effectRef idx="0"/>
          <a:fontRef idx="minor"/>
        </p:style>
      </p:sp>
      <p:graphicFrame>
        <p:nvGraphicFramePr>
          <p:cNvPr id="568" name="Group 53"/>
          <p:cNvGraphicFramePr/>
          <p:nvPr/>
        </p:nvGraphicFramePr>
        <p:xfrm>
          <a:off x="6837480" y="4713120"/>
          <a:ext cx="2987280" cy="1288800"/>
        </p:xfrm>
        <a:graphic>
          <a:graphicData uri="http://schemas.openxmlformats.org/drawingml/2006/table">
            <a:tbl>
              <a:tblPr/>
              <a:tblGrid>
                <a:gridCol w="745920"/>
                <a:gridCol w="747360"/>
                <a:gridCol w="745920"/>
                <a:gridCol w="748080"/>
              </a:tblGrid>
              <a:tr h="649080">
                <a:tc>
                  <a:txBody>
                    <a:bodyPr anchor="ctr">
                      <a:noAutofit/>
                    </a:bodyPr>
                    <a:p>
                      <a:pPr>
                        <a:lnSpc>
                          <a:spcPct val="100000"/>
                        </a:lnSpc>
                        <a:spcBef>
                          <a:spcPts val="479"/>
                        </a:spcBef>
                        <a:buNone/>
                        <a:tabLst>
                          <a:tab algn="l" pos="0"/>
                        </a:tabLst>
                      </a:pPr>
                      <a:r>
                        <a:rPr b="0" lang="en-US" sz="2400" spc="-1" strike="noStrike">
                          <a:solidFill>
                            <a:srgbClr val="002060"/>
                          </a:solidFill>
                          <a:latin typeface="Arial"/>
                          <a:ea typeface="Arial"/>
                        </a:rPr>
                        <a:t>I</a:t>
                      </a:r>
                      <a:endParaRPr b="0" lang="ru-RU" sz="2400" spc="-1" strike="noStrike">
                        <a:latin typeface="Arial"/>
                      </a:endParaRPr>
                    </a:p>
                  </a:txBody>
                  <a:tcPr anchor="ctr" marL="91440" marR="91440">
                    <a:lnL w="38160">
                      <a:solidFill>
                        <a:srgbClr val="8c64d8"/>
                      </a:solidFill>
                    </a:lnL>
                    <a:lnR w="12240">
                      <a:solidFill>
                        <a:srgbClr val="352379"/>
                      </a:solidFill>
                    </a:lnR>
                    <a:lnT w="38160">
                      <a:solidFill>
                        <a:srgbClr val="8c64d8"/>
                      </a:solidFill>
                    </a:lnT>
                    <a:lnB w="12240">
                      <a:solidFill>
                        <a:srgbClr val="352379"/>
                      </a:solidFill>
                    </a:lnB>
                    <a:solidFill>
                      <a:srgbClr val="ff9900"/>
                    </a:solidFill>
                  </a:tcPr>
                </a:tc>
                <a:tc>
                  <a:txBody>
                    <a:bodyPr anchor="t">
                      <a:noAutofit/>
                    </a:bodyPr>
                    <a:p>
                      <a:pPr>
                        <a:lnSpc>
                          <a:spcPct val="100000"/>
                        </a:lnSpc>
                        <a:spcBef>
                          <a:spcPts val="479"/>
                        </a:spcBef>
                        <a:buNone/>
                        <a:tabLst>
                          <a:tab algn="l" pos="0"/>
                        </a:tabLst>
                      </a:pPr>
                      <a:r>
                        <a:rPr b="0" lang="ru-RU" sz="2400" spc="-1" strike="noStrike">
                          <a:solidFill>
                            <a:srgbClr val="002060"/>
                          </a:solidFill>
                          <a:latin typeface="Arial"/>
                          <a:ea typeface="Arial"/>
                        </a:rPr>
                        <a:t>2</a:t>
                      </a:r>
                      <a:endParaRPr b="0" lang="ru-RU" sz="2400" spc="-1" strike="noStrike">
                        <a:latin typeface="Arial"/>
                      </a:endParaRPr>
                    </a:p>
                  </a:txBody>
                  <a:tcPr anchor="t" marL="91440" marR="91440">
                    <a:lnL w="12240">
                      <a:solidFill>
                        <a:srgbClr val="352379"/>
                      </a:solidFill>
                    </a:lnL>
                    <a:lnR w="12240">
                      <a:solidFill>
                        <a:srgbClr val="352379"/>
                      </a:solidFill>
                    </a:lnR>
                    <a:lnT w="38160">
                      <a:solidFill>
                        <a:srgbClr val="8c64d8"/>
                      </a:solidFill>
                    </a:lnT>
                    <a:lnB w="12240">
                      <a:solidFill>
                        <a:srgbClr val="352379"/>
                      </a:solidFill>
                    </a:lnB>
                    <a:solidFill>
                      <a:srgbClr val="ff9900"/>
                    </a:solidFill>
                  </a:tcPr>
                </a:tc>
                <a:tc>
                  <a:txBody>
                    <a:bodyPr anchor="t">
                      <a:noAutofit/>
                    </a:bodyPr>
                    <a:p>
                      <a:pPr>
                        <a:lnSpc>
                          <a:spcPct val="100000"/>
                        </a:lnSpc>
                        <a:spcBef>
                          <a:spcPts val="479"/>
                        </a:spcBef>
                        <a:buNone/>
                        <a:tabLst>
                          <a:tab algn="l" pos="0"/>
                        </a:tabLst>
                      </a:pPr>
                      <a:r>
                        <a:rPr b="0" lang="ru-RU" sz="2400" spc="-1" strike="noStrike">
                          <a:solidFill>
                            <a:srgbClr val="002060"/>
                          </a:solidFill>
                          <a:latin typeface="Arial"/>
                          <a:ea typeface="Arial"/>
                        </a:rPr>
                        <a:t>4</a:t>
                      </a:r>
                      <a:endParaRPr b="0" lang="ru-RU" sz="2400" spc="-1" strike="noStrike">
                        <a:latin typeface="Arial"/>
                      </a:endParaRPr>
                    </a:p>
                  </a:txBody>
                  <a:tcPr anchor="t" marL="91440" marR="91440">
                    <a:lnL w="12240">
                      <a:solidFill>
                        <a:srgbClr val="352379"/>
                      </a:solidFill>
                    </a:lnL>
                    <a:lnR w="12240">
                      <a:solidFill>
                        <a:srgbClr val="352379"/>
                      </a:solidFill>
                    </a:lnR>
                    <a:lnT w="38160">
                      <a:solidFill>
                        <a:srgbClr val="8c64d8"/>
                      </a:solidFill>
                    </a:lnT>
                    <a:lnB w="12240">
                      <a:solidFill>
                        <a:srgbClr val="352379"/>
                      </a:solidFill>
                    </a:lnB>
                    <a:solidFill>
                      <a:srgbClr val="ff9900"/>
                    </a:solidFill>
                  </a:tcPr>
                </a:tc>
                <a:tc>
                  <a:txBody>
                    <a:bodyPr anchor="t">
                      <a:noAutofit/>
                    </a:bodyPr>
                    <a:p>
                      <a:pPr>
                        <a:lnSpc>
                          <a:spcPct val="100000"/>
                        </a:lnSpc>
                        <a:spcBef>
                          <a:spcPts val="479"/>
                        </a:spcBef>
                        <a:buNone/>
                        <a:tabLst>
                          <a:tab algn="l" pos="0"/>
                        </a:tabLst>
                      </a:pPr>
                      <a:r>
                        <a:rPr b="0" lang="ru-RU" sz="2400" spc="-1" strike="noStrike">
                          <a:solidFill>
                            <a:srgbClr val="002060"/>
                          </a:solidFill>
                          <a:latin typeface="Arial"/>
                          <a:ea typeface="Arial"/>
                        </a:rPr>
                        <a:t>8</a:t>
                      </a:r>
                      <a:endParaRPr b="0" lang="ru-RU" sz="2400" spc="-1" strike="noStrike">
                        <a:latin typeface="Arial"/>
                      </a:endParaRPr>
                    </a:p>
                  </a:txBody>
                  <a:tcPr anchor="t" marL="91440" marR="91440">
                    <a:lnL w="12240">
                      <a:solidFill>
                        <a:srgbClr val="352379"/>
                      </a:solidFill>
                    </a:lnL>
                    <a:lnR w="38160">
                      <a:solidFill>
                        <a:srgbClr val="8c64d8"/>
                      </a:solidFill>
                    </a:lnR>
                    <a:lnT w="38160">
                      <a:solidFill>
                        <a:srgbClr val="8c64d8"/>
                      </a:solidFill>
                    </a:lnT>
                    <a:lnB w="12240">
                      <a:solidFill>
                        <a:srgbClr val="352379"/>
                      </a:solidFill>
                    </a:lnB>
                    <a:solidFill>
                      <a:srgbClr val="ff9900"/>
                    </a:solidFill>
                  </a:tcPr>
                </a:tc>
              </a:tr>
              <a:tr h="639720">
                <a:tc>
                  <a:txBody>
                    <a:bodyPr anchor="t">
                      <a:noAutofit/>
                    </a:bodyPr>
                    <a:p>
                      <a:pPr>
                        <a:lnSpc>
                          <a:spcPct val="100000"/>
                        </a:lnSpc>
                        <a:spcBef>
                          <a:spcPts val="479"/>
                        </a:spcBef>
                        <a:buNone/>
                        <a:tabLst>
                          <a:tab algn="l" pos="0"/>
                        </a:tabLst>
                      </a:pPr>
                      <a:r>
                        <a:rPr b="0" lang="en-US" sz="2400" spc="-1" strike="noStrike">
                          <a:solidFill>
                            <a:srgbClr val="002060"/>
                          </a:solidFill>
                          <a:latin typeface="Arial"/>
                          <a:ea typeface="Arial"/>
                        </a:rPr>
                        <a:t>U</a:t>
                      </a:r>
                      <a:endParaRPr b="0" lang="ru-RU" sz="2400" spc="-1" strike="noStrike">
                        <a:latin typeface="Arial"/>
                      </a:endParaRPr>
                    </a:p>
                  </a:txBody>
                  <a:tcPr anchor="t" marL="91440" marR="91440">
                    <a:lnL w="38160">
                      <a:solidFill>
                        <a:srgbClr val="8c64d8"/>
                      </a:solidFill>
                    </a:lnL>
                    <a:lnR w="12240">
                      <a:solidFill>
                        <a:srgbClr val="352379"/>
                      </a:solidFill>
                    </a:lnR>
                    <a:lnT w="12240">
                      <a:solidFill>
                        <a:srgbClr val="352379"/>
                      </a:solidFill>
                    </a:lnT>
                    <a:lnB w="38160">
                      <a:solidFill>
                        <a:srgbClr val="8c64d8"/>
                      </a:solidFill>
                    </a:lnB>
                    <a:solidFill>
                      <a:srgbClr val="ff9900"/>
                    </a:solidFill>
                  </a:tcPr>
                </a:tc>
                <a:tc>
                  <a:txBody>
                    <a:bodyPr anchor="t">
                      <a:noAutofit/>
                    </a:bodyPr>
                    <a:p>
                      <a:pPr>
                        <a:lnSpc>
                          <a:spcPct val="100000"/>
                        </a:lnSpc>
                        <a:spcBef>
                          <a:spcPts val="479"/>
                        </a:spcBef>
                        <a:buNone/>
                        <a:tabLst>
                          <a:tab algn="l" pos="0"/>
                        </a:tabLst>
                      </a:pPr>
                      <a:r>
                        <a:rPr b="0" lang="ru-RU" sz="2400" spc="-1" strike="noStrike">
                          <a:solidFill>
                            <a:srgbClr val="002060"/>
                          </a:solidFill>
                          <a:latin typeface="Arial"/>
                          <a:ea typeface="Arial"/>
                        </a:rPr>
                        <a:t>5</a:t>
                      </a:r>
                      <a:endParaRPr b="0" lang="ru-RU" sz="2400" spc="-1" strike="noStrike">
                        <a:latin typeface="Arial"/>
                      </a:endParaRPr>
                    </a:p>
                  </a:txBody>
                  <a:tcPr anchor="t" marL="91440" marR="91440">
                    <a:lnL w="12240">
                      <a:solidFill>
                        <a:srgbClr val="352379"/>
                      </a:solidFill>
                    </a:lnL>
                    <a:lnR w="12240">
                      <a:solidFill>
                        <a:srgbClr val="352379"/>
                      </a:solidFill>
                    </a:lnR>
                    <a:lnT w="12240">
                      <a:solidFill>
                        <a:srgbClr val="352379"/>
                      </a:solidFill>
                    </a:lnT>
                    <a:lnB w="38160">
                      <a:solidFill>
                        <a:srgbClr val="8c64d8"/>
                      </a:solidFill>
                    </a:lnB>
                    <a:solidFill>
                      <a:srgbClr val="ff9900"/>
                    </a:solidFill>
                  </a:tcPr>
                </a:tc>
                <a:tc>
                  <a:txBody>
                    <a:bodyPr anchor="t">
                      <a:noAutofit/>
                    </a:bodyPr>
                    <a:p>
                      <a:pPr>
                        <a:lnSpc>
                          <a:spcPct val="100000"/>
                        </a:lnSpc>
                        <a:spcBef>
                          <a:spcPts val="479"/>
                        </a:spcBef>
                        <a:buNone/>
                        <a:tabLst>
                          <a:tab algn="l" pos="0"/>
                        </a:tabLst>
                      </a:pPr>
                      <a:r>
                        <a:rPr b="0" lang="ru-RU" sz="2400" spc="-1" strike="noStrike">
                          <a:solidFill>
                            <a:srgbClr val="002060"/>
                          </a:solidFill>
                          <a:latin typeface="Arial"/>
                          <a:ea typeface="Arial"/>
                        </a:rPr>
                        <a:t>10</a:t>
                      </a:r>
                      <a:endParaRPr b="0" lang="ru-RU" sz="2400" spc="-1" strike="noStrike">
                        <a:latin typeface="Arial"/>
                      </a:endParaRPr>
                    </a:p>
                  </a:txBody>
                  <a:tcPr anchor="t" marL="91440" marR="91440">
                    <a:lnL w="12240">
                      <a:solidFill>
                        <a:srgbClr val="352379"/>
                      </a:solidFill>
                    </a:lnL>
                    <a:lnR w="12240">
                      <a:solidFill>
                        <a:srgbClr val="352379"/>
                      </a:solidFill>
                    </a:lnR>
                    <a:lnT w="12240">
                      <a:solidFill>
                        <a:srgbClr val="352379"/>
                      </a:solidFill>
                    </a:lnT>
                    <a:lnB w="38160">
                      <a:solidFill>
                        <a:srgbClr val="8c64d8"/>
                      </a:solidFill>
                    </a:lnB>
                    <a:solidFill>
                      <a:srgbClr val="ff9900"/>
                    </a:solidFill>
                  </a:tcPr>
                </a:tc>
                <a:tc>
                  <a:txBody>
                    <a:bodyPr anchor="t">
                      <a:noAutofit/>
                    </a:bodyPr>
                    <a:p>
                      <a:pPr>
                        <a:lnSpc>
                          <a:spcPct val="100000"/>
                        </a:lnSpc>
                        <a:spcBef>
                          <a:spcPts val="479"/>
                        </a:spcBef>
                        <a:buNone/>
                        <a:tabLst>
                          <a:tab algn="l" pos="0"/>
                        </a:tabLst>
                      </a:pPr>
                      <a:r>
                        <a:rPr b="0" lang="ru-RU" sz="2400" spc="-1" strike="noStrike">
                          <a:solidFill>
                            <a:srgbClr val="002060"/>
                          </a:solidFill>
                          <a:latin typeface="Arial"/>
                          <a:ea typeface="Arial"/>
                        </a:rPr>
                        <a:t>20</a:t>
                      </a:r>
                      <a:endParaRPr b="0" lang="ru-RU" sz="2400" spc="-1" strike="noStrike">
                        <a:latin typeface="Arial"/>
                      </a:endParaRPr>
                    </a:p>
                  </a:txBody>
                  <a:tcPr anchor="t" marL="91440" marR="91440">
                    <a:lnL w="12240">
                      <a:solidFill>
                        <a:srgbClr val="352379"/>
                      </a:solidFill>
                    </a:lnL>
                    <a:lnR w="38160">
                      <a:solidFill>
                        <a:srgbClr val="8c64d8"/>
                      </a:solidFill>
                    </a:lnR>
                    <a:lnT w="12240">
                      <a:solidFill>
                        <a:srgbClr val="352379"/>
                      </a:solidFill>
                    </a:lnT>
                    <a:lnB w="38160">
                      <a:solidFill>
                        <a:srgbClr val="8c64d8"/>
                      </a:solidFill>
                    </a:lnB>
                    <a:solidFill>
                      <a:srgbClr val="ff9900"/>
                    </a:solidFill>
                  </a:tcPr>
                </a:tc>
              </a:tr>
            </a:tbl>
          </a:graphicData>
        </a:graphic>
      </p:graphicFrame>
      <p:sp>
        <p:nvSpPr>
          <p:cNvPr id="569" name="Rectangle 24"/>
          <p:cNvSpPr/>
          <p:nvPr/>
        </p:nvSpPr>
        <p:spPr>
          <a:xfrm>
            <a:off x="2085120" y="3860640"/>
            <a:ext cx="568080" cy="3945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2000" spc="-1" strike="noStrike">
                <a:solidFill>
                  <a:srgbClr val="8c64d8"/>
                </a:solidFill>
                <a:latin typeface="Verdana"/>
                <a:ea typeface="Arial"/>
              </a:rPr>
              <a:t>I,</a:t>
            </a:r>
            <a:r>
              <a:rPr b="1" lang="ru-RU" sz="2000" spc="-1" strike="noStrike">
                <a:solidFill>
                  <a:srgbClr val="8c64d8"/>
                </a:solidFill>
                <a:latin typeface="Verdana"/>
                <a:ea typeface="Arial"/>
              </a:rPr>
              <a:t>А</a:t>
            </a:r>
            <a:endParaRPr b="0" lang="ru-RU" sz="2000" spc="-1" strike="noStrike">
              <a:latin typeface="Arial"/>
            </a:endParaRPr>
          </a:p>
        </p:txBody>
      </p:sp>
      <p:sp>
        <p:nvSpPr>
          <p:cNvPr id="570" name="Rectangle 25"/>
          <p:cNvSpPr/>
          <p:nvPr/>
        </p:nvSpPr>
        <p:spPr>
          <a:xfrm>
            <a:off x="5016600" y="6093000"/>
            <a:ext cx="720360" cy="3945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000" spc="-1" strike="noStrike">
                <a:solidFill>
                  <a:srgbClr val="8c64d8"/>
                </a:solidFill>
                <a:latin typeface="Arial"/>
                <a:ea typeface="Arial"/>
              </a:rPr>
              <a:t>U</a:t>
            </a:r>
            <a:r>
              <a:rPr b="1" lang="ru-RU" sz="2000" spc="-1" strike="noStrike">
                <a:solidFill>
                  <a:srgbClr val="8c64d8"/>
                </a:solidFill>
                <a:latin typeface="Arial"/>
                <a:ea typeface="Arial"/>
              </a:rPr>
              <a:t>,В</a:t>
            </a:r>
            <a:endParaRPr b="0" lang="ru-RU" sz="2000" spc="-1" strike="noStrike">
              <a:latin typeface="Arial"/>
            </a:endParaRPr>
          </a:p>
        </p:txBody>
      </p:sp>
      <p:sp>
        <p:nvSpPr>
          <p:cNvPr id="571" name="Line 26"/>
          <p:cNvSpPr/>
          <p:nvPr/>
        </p:nvSpPr>
        <p:spPr>
          <a:xfrm flipV="1">
            <a:off x="3358800" y="5589360"/>
            <a:ext cx="360" cy="503280"/>
          </a:xfrm>
          <a:prstGeom prst="line">
            <a:avLst/>
          </a:prstGeom>
          <a:ln w="9525">
            <a:solidFill>
              <a:srgbClr val="352379"/>
            </a:solidFill>
            <a:prstDash val="dash"/>
            <a:round/>
          </a:ln>
        </p:spPr>
        <p:style>
          <a:lnRef idx="0"/>
          <a:fillRef idx="0"/>
          <a:effectRef idx="0"/>
          <a:fontRef idx="minor"/>
        </p:style>
      </p:sp>
      <p:sp>
        <p:nvSpPr>
          <p:cNvPr id="572" name="Line 27"/>
          <p:cNvSpPr/>
          <p:nvPr/>
        </p:nvSpPr>
        <p:spPr>
          <a:xfrm flipV="1">
            <a:off x="4008240" y="5084640"/>
            <a:ext cx="360" cy="1008000"/>
          </a:xfrm>
          <a:prstGeom prst="line">
            <a:avLst/>
          </a:prstGeom>
          <a:ln w="9525">
            <a:solidFill>
              <a:srgbClr val="352379"/>
            </a:solidFill>
            <a:prstDash val="dash"/>
            <a:round/>
          </a:ln>
        </p:spPr>
        <p:style>
          <a:lnRef idx="0"/>
          <a:fillRef idx="0"/>
          <a:effectRef idx="0"/>
          <a:fontRef idx="minor"/>
        </p:style>
      </p:sp>
      <p:sp>
        <p:nvSpPr>
          <p:cNvPr id="573" name="Line 28"/>
          <p:cNvSpPr/>
          <p:nvPr/>
        </p:nvSpPr>
        <p:spPr>
          <a:xfrm flipV="1">
            <a:off x="4655880" y="4581360"/>
            <a:ext cx="360" cy="1511280"/>
          </a:xfrm>
          <a:prstGeom prst="line">
            <a:avLst/>
          </a:prstGeom>
          <a:ln w="9525">
            <a:solidFill>
              <a:srgbClr val="352379"/>
            </a:solidFill>
            <a:prstDash val="dash"/>
            <a:round/>
          </a:ln>
        </p:spPr>
        <p:style>
          <a:lnRef idx="0"/>
          <a:fillRef idx="0"/>
          <a:effectRef idx="0"/>
          <a:fontRef idx="minor"/>
        </p:style>
      </p:sp>
      <p:sp>
        <p:nvSpPr>
          <p:cNvPr id="574" name="Line 29"/>
          <p:cNvSpPr/>
          <p:nvPr/>
        </p:nvSpPr>
        <p:spPr>
          <a:xfrm flipH="1">
            <a:off x="2711160" y="5589360"/>
            <a:ext cx="647640" cy="360"/>
          </a:xfrm>
          <a:prstGeom prst="line">
            <a:avLst/>
          </a:prstGeom>
          <a:ln w="9525">
            <a:solidFill>
              <a:srgbClr val="352379"/>
            </a:solidFill>
            <a:prstDash val="dash"/>
            <a:round/>
          </a:ln>
        </p:spPr>
        <p:style>
          <a:lnRef idx="0"/>
          <a:fillRef idx="0"/>
          <a:effectRef idx="0"/>
          <a:fontRef idx="minor"/>
        </p:style>
      </p:sp>
      <p:sp>
        <p:nvSpPr>
          <p:cNvPr id="575" name="Line 30"/>
          <p:cNvSpPr/>
          <p:nvPr/>
        </p:nvSpPr>
        <p:spPr>
          <a:xfrm flipH="1">
            <a:off x="2711160" y="5084640"/>
            <a:ext cx="1297080" cy="360"/>
          </a:xfrm>
          <a:prstGeom prst="line">
            <a:avLst/>
          </a:prstGeom>
          <a:ln w="9525">
            <a:solidFill>
              <a:srgbClr val="352379"/>
            </a:solidFill>
            <a:prstDash val="dash"/>
            <a:round/>
          </a:ln>
        </p:spPr>
        <p:style>
          <a:lnRef idx="0"/>
          <a:fillRef idx="0"/>
          <a:effectRef idx="0"/>
          <a:fontRef idx="minor"/>
        </p:style>
      </p:sp>
      <p:sp>
        <p:nvSpPr>
          <p:cNvPr id="576" name="Line 31"/>
          <p:cNvSpPr/>
          <p:nvPr/>
        </p:nvSpPr>
        <p:spPr>
          <a:xfrm flipH="1">
            <a:off x="2711160" y="4581360"/>
            <a:ext cx="1944720" cy="360"/>
          </a:xfrm>
          <a:prstGeom prst="line">
            <a:avLst/>
          </a:prstGeom>
          <a:ln w="9525">
            <a:solidFill>
              <a:srgbClr val="352379"/>
            </a:solidFill>
            <a:prstDash val="dash"/>
            <a:round/>
          </a:ln>
        </p:spPr>
        <p:style>
          <a:lnRef idx="0"/>
          <a:fillRef idx="0"/>
          <a:effectRef idx="0"/>
          <a:fontRef idx="minor"/>
        </p:style>
      </p:sp>
      <p:sp>
        <p:nvSpPr>
          <p:cNvPr id="577" name="Rectangle 32"/>
          <p:cNvSpPr/>
          <p:nvPr/>
        </p:nvSpPr>
        <p:spPr>
          <a:xfrm>
            <a:off x="2427120" y="5373720"/>
            <a:ext cx="33948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ru-RU" sz="1800" spc="-1" strike="noStrike">
                <a:solidFill>
                  <a:srgbClr val="8c64d8"/>
                </a:solidFill>
                <a:latin typeface="Verdana"/>
                <a:ea typeface="Arial"/>
              </a:rPr>
              <a:t>2</a:t>
            </a:r>
            <a:endParaRPr b="0" lang="ru-RU" sz="1800" spc="-1" strike="noStrike">
              <a:latin typeface="Arial"/>
            </a:endParaRPr>
          </a:p>
        </p:txBody>
      </p:sp>
      <p:sp>
        <p:nvSpPr>
          <p:cNvPr id="578" name="Rectangle 33"/>
          <p:cNvSpPr/>
          <p:nvPr/>
        </p:nvSpPr>
        <p:spPr>
          <a:xfrm>
            <a:off x="2427120" y="4869000"/>
            <a:ext cx="33948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spcBef>
                <a:spcPts val="360"/>
              </a:spcBef>
              <a:buNone/>
            </a:pPr>
            <a:r>
              <a:rPr b="1" lang="ru-RU" sz="1800" spc="-1" strike="noStrike">
                <a:solidFill>
                  <a:srgbClr val="8c64d8"/>
                </a:solidFill>
                <a:latin typeface="Verdana"/>
                <a:ea typeface="Arial"/>
              </a:rPr>
              <a:t>4</a:t>
            </a:r>
            <a:endParaRPr b="0" lang="ru-RU" sz="1800" spc="-1" strike="noStrike">
              <a:latin typeface="Arial"/>
            </a:endParaRPr>
          </a:p>
        </p:txBody>
      </p:sp>
      <p:sp>
        <p:nvSpPr>
          <p:cNvPr id="579" name="Rectangle 34"/>
          <p:cNvSpPr/>
          <p:nvPr/>
        </p:nvSpPr>
        <p:spPr>
          <a:xfrm>
            <a:off x="2427120" y="4365720"/>
            <a:ext cx="33948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spcBef>
                <a:spcPts val="360"/>
              </a:spcBef>
              <a:buNone/>
            </a:pPr>
            <a:r>
              <a:rPr b="1" lang="ru-RU" sz="1800" spc="-1" strike="noStrike">
                <a:solidFill>
                  <a:srgbClr val="8c64d8"/>
                </a:solidFill>
                <a:latin typeface="Verdana"/>
                <a:ea typeface="Arial"/>
              </a:rPr>
              <a:t>8</a:t>
            </a:r>
            <a:endParaRPr b="0" lang="ru-RU" sz="1800" spc="-1" strike="noStrike">
              <a:latin typeface="Arial"/>
            </a:endParaRPr>
          </a:p>
        </p:txBody>
      </p:sp>
      <p:sp>
        <p:nvSpPr>
          <p:cNvPr id="580" name="Rectangle 35"/>
          <p:cNvSpPr/>
          <p:nvPr/>
        </p:nvSpPr>
        <p:spPr>
          <a:xfrm>
            <a:off x="3219120" y="6021360"/>
            <a:ext cx="33948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ru-RU" sz="1800" spc="-1" strike="noStrike">
                <a:solidFill>
                  <a:srgbClr val="8c64d8"/>
                </a:solidFill>
                <a:latin typeface="Verdana"/>
                <a:ea typeface="Arial"/>
              </a:rPr>
              <a:t>5</a:t>
            </a:r>
            <a:endParaRPr b="0" lang="ru-RU" sz="1800" spc="-1" strike="noStrike">
              <a:latin typeface="Arial"/>
            </a:endParaRPr>
          </a:p>
        </p:txBody>
      </p:sp>
      <p:sp>
        <p:nvSpPr>
          <p:cNvPr id="581" name="Rectangle 36"/>
          <p:cNvSpPr/>
          <p:nvPr/>
        </p:nvSpPr>
        <p:spPr>
          <a:xfrm>
            <a:off x="3797280" y="6021360"/>
            <a:ext cx="4982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ru-RU" sz="1800" spc="-1" strike="noStrike">
                <a:solidFill>
                  <a:srgbClr val="8c64d8"/>
                </a:solidFill>
                <a:latin typeface="Verdana"/>
                <a:ea typeface="Arial"/>
              </a:rPr>
              <a:t>10</a:t>
            </a:r>
            <a:endParaRPr b="0" lang="ru-RU" sz="1800" spc="-1" strike="noStrike">
              <a:latin typeface="Arial"/>
            </a:endParaRPr>
          </a:p>
        </p:txBody>
      </p:sp>
      <p:sp>
        <p:nvSpPr>
          <p:cNvPr id="582" name="Rectangle 37"/>
          <p:cNvSpPr/>
          <p:nvPr/>
        </p:nvSpPr>
        <p:spPr>
          <a:xfrm>
            <a:off x="4444920" y="6021360"/>
            <a:ext cx="4982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ru-RU" sz="1800" spc="-1" strike="noStrike">
                <a:solidFill>
                  <a:srgbClr val="8c64d8"/>
                </a:solidFill>
                <a:latin typeface="Verdana"/>
                <a:ea typeface="Arial"/>
              </a:rPr>
              <a:t>20</a:t>
            </a:r>
            <a:endParaRPr b="0" lang="ru-RU" sz="1800" spc="-1" strike="noStrike">
              <a:latin typeface="Arial"/>
            </a:endParaRPr>
          </a:p>
        </p:txBody>
      </p:sp>
      <p:sp>
        <p:nvSpPr>
          <p:cNvPr id="583" name="Rectangle 38"/>
          <p:cNvSpPr/>
          <p:nvPr/>
        </p:nvSpPr>
        <p:spPr>
          <a:xfrm>
            <a:off x="2427120" y="6021360"/>
            <a:ext cx="33948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ru-RU" sz="1800" spc="-1" strike="noStrike">
                <a:solidFill>
                  <a:srgbClr val="8c64d8"/>
                </a:solidFill>
                <a:latin typeface="Verdana"/>
                <a:ea typeface="Arial"/>
              </a:rPr>
              <a:t>0</a:t>
            </a:r>
            <a:endParaRPr b="0" lang="ru-RU" sz="1800" spc="-1" strike="noStrike">
              <a:latin typeface="Arial"/>
            </a:endParaRPr>
          </a:p>
        </p:txBody>
      </p:sp>
      <p:sp>
        <p:nvSpPr>
          <p:cNvPr id="584" name="Прямоугольник 1"/>
          <p:cNvSpPr/>
          <p:nvPr/>
        </p:nvSpPr>
        <p:spPr>
          <a:xfrm>
            <a:off x="524520" y="42840"/>
            <a:ext cx="1810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1800" spc="-1" strike="noStrike">
                <a:solidFill>
                  <a:srgbClr val="ffffff"/>
                </a:solidFill>
                <a:latin typeface="Montserrat"/>
                <a:ea typeface="Arial"/>
              </a:rPr>
              <a:t>Кафедра ТЭЦ</a:t>
            </a:r>
            <a:endParaRPr b="0" lang="ru-RU" sz="1800" spc="-1" strike="noStrike">
              <a:latin typeface="Arial"/>
            </a:endParaRPr>
          </a:p>
        </p:txBody>
      </p:sp>
    </p:spTree>
  </p:cSld>
  <p:transition advTm="6000">
    <p:cover dir="rd"/>
  </p:transition>
  <p:timing>
    <p:tnLst>
      <p:par>
        <p:cTn id="86" dur="indefinite" restart="never" nodeType="tmRoot">
          <p:childTnLst>
            <p:seq>
              <p:cTn id="87" dur="indefinite" nodeType="mainSeq">
                <p:childTnLst>
                  <p:par>
                    <p:cTn id="88" nodeType="clickEffect" fill="hold">
                      <p:stCondLst>
                        <p:cond delay="indefinite"/>
                      </p:stCondLst>
                      <p:childTnLst>
                        <p:par>
                          <p:cTn id="89" nodeType="withEffect" fill="hold">
                            <p:stCondLst>
                              <p:cond delay="0"/>
                            </p:stCondLst>
                            <p:childTnLst>
                              <p:par>
                                <p:cTn id="90" nodeType="clickEffect" fill="hold" presetClass="entr" presetID="20">
                                  <p:stCondLst>
                                    <p:cond delay="0"/>
                                  </p:stCondLst>
                                  <p:childTnLst>
                                    <p:set>
                                      <p:cBhvr>
                                        <p:cTn id="91" dur="1" fill="hold">
                                          <p:stCondLst>
                                            <p:cond delay="0"/>
                                          </p:stCondLst>
                                        </p:cTn>
                                        <p:tgtEl>
                                          <p:spTgt spid="563"/>
                                        </p:tgtEl>
                                        <p:attrNameLst>
                                          <p:attrName>style.visibility</p:attrName>
                                        </p:attrNameLst>
                                      </p:cBhvr>
                                      <p:to>
                                        <p:strVal val="visible"/>
                                      </p:to>
                                    </p:set>
                                    <p:animEffect filter="wedge" transition="in">
                                      <p:cBhvr additive="repl">
                                        <p:cTn id="92" dur="1000"/>
                                        <p:tgtEl>
                                          <p:spTgt spid="563"/>
                                        </p:tgtEl>
                                      </p:cBhvr>
                                    </p:animEffect>
                                  </p:childTnLst>
                                </p:cTn>
                              </p:par>
                            </p:childTnLst>
                          </p:cTn>
                        </p:par>
                        <p:par>
                          <p:cTn id="93" nodeType="afterEffect" fill="hold">
                            <p:stCondLst>
                              <p:cond delay="1000"/>
                            </p:stCondLst>
                            <p:childTnLst>
                              <p:par>
                                <p:cTn id="94" nodeType="afterEffect" fill="hold" presetClass="entr" presetID="22" presetSubtype="8">
                                  <p:stCondLst>
                                    <p:cond delay="0"/>
                                  </p:stCondLst>
                                  <p:childTnLst>
                                    <p:set>
                                      <p:cBhvr>
                                        <p:cTn id="95" dur="1" fill="hold">
                                          <p:stCondLst>
                                            <p:cond delay="0"/>
                                          </p:stCondLst>
                                        </p:cTn>
                                        <p:tgtEl>
                                          <p:spTgt spid="564">
                                            <p:txEl>
                                              <p:pRg st="0" end="0"/>
                                            </p:txEl>
                                          </p:spTgt>
                                        </p:tgtEl>
                                        <p:attrNameLst>
                                          <p:attrName>style.visibility</p:attrName>
                                        </p:attrNameLst>
                                      </p:cBhvr>
                                      <p:to>
                                        <p:strVal val="visible"/>
                                      </p:to>
                                    </p:set>
                                    <p:animEffect filter="wipe(left)" transition="in">
                                      <p:cBhvr additive="repl">
                                        <p:cTn id="96" dur="500"/>
                                        <p:tgtEl>
                                          <p:spTgt spid="564">
                                            <p:txEl>
                                              <p:pRg st="0" end="0"/>
                                            </p:txEl>
                                          </p:spTgt>
                                        </p:tgtEl>
                                      </p:cBhvr>
                                    </p:animEffect>
                                  </p:childTnLst>
                                </p:cTn>
                              </p:par>
                            </p:childTnLst>
                          </p:cTn>
                        </p:par>
                        <p:par>
                          <p:cTn id="97" nodeType="afterEffect" fill="hold">
                            <p:stCondLst>
                              <p:cond delay="1500"/>
                            </p:stCondLst>
                            <p:childTnLst>
                              <p:par>
                                <p:cTn id="98" nodeType="afterEffect" fill="hold" presetClass="entr" presetID="22" presetSubtype="8">
                                  <p:stCondLst>
                                    <p:cond delay="0"/>
                                  </p:stCondLst>
                                  <p:childTnLst>
                                    <p:set>
                                      <p:cBhvr>
                                        <p:cTn id="99" dur="1" fill="hold">
                                          <p:stCondLst>
                                            <p:cond delay="0"/>
                                          </p:stCondLst>
                                        </p:cTn>
                                        <p:tgtEl>
                                          <p:spTgt spid="564">
                                            <p:txEl>
                                              <p:pRg st="1" end="1"/>
                                            </p:txEl>
                                          </p:spTgt>
                                        </p:tgtEl>
                                        <p:attrNameLst>
                                          <p:attrName>style.visibility</p:attrName>
                                        </p:attrNameLst>
                                      </p:cBhvr>
                                      <p:to>
                                        <p:strVal val="visible"/>
                                      </p:to>
                                    </p:set>
                                    <p:animEffect filter="wipe(left)" transition="in">
                                      <p:cBhvr additive="repl">
                                        <p:cTn id="100" dur="500"/>
                                        <p:tgtEl>
                                          <p:spTgt spid="564">
                                            <p:txEl>
                                              <p:pRg st="1" end="1"/>
                                            </p:txEl>
                                          </p:spTgt>
                                        </p:tgtEl>
                                      </p:cBhvr>
                                    </p:animEffect>
                                  </p:childTnLst>
                                </p:cTn>
                              </p:par>
                            </p:childTnLst>
                          </p:cTn>
                        </p:par>
                        <p:par>
                          <p:cTn id="101" nodeType="afterEffect" fill="hold">
                            <p:stCondLst>
                              <p:cond delay="2000"/>
                            </p:stCondLst>
                            <p:childTnLst>
                              <p:par>
                                <p:cTn id="102" nodeType="afterEffect" fill="hold" presetClass="entr" presetID="22" presetSubtype="4">
                                  <p:stCondLst>
                                    <p:cond delay="0"/>
                                  </p:stCondLst>
                                  <p:childTnLst>
                                    <p:set>
                                      <p:cBhvr>
                                        <p:cTn id="103" dur="1" fill="hold">
                                          <p:stCondLst>
                                            <p:cond delay="0"/>
                                          </p:stCondLst>
                                        </p:cTn>
                                        <p:tgtEl>
                                          <p:spTgt spid="565"/>
                                        </p:tgtEl>
                                        <p:attrNameLst>
                                          <p:attrName>style.visibility</p:attrName>
                                        </p:attrNameLst>
                                      </p:cBhvr>
                                      <p:to>
                                        <p:strVal val="visible"/>
                                      </p:to>
                                    </p:set>
                                    <p:animEffect filter="wipe(down)" transition="in">
                                      <p:cBhvr additive="repl">
                                        <p:cTn id="104" dur="500"/>
                                        <p:tgtEl>
                                          <p:spTgt spid="565"/>
                                        </p:tgtEl>
                                      </p:cBhvr>
                                    </p:animEffect>
                                  </p:childTnLst>
                                </p:cTn>
                              </p:par>
                            </p:childTnLst>
                          </p:cTn>
                        </p:par>
                        <p:par>
                          <p:cTn id="105" nodeType="afterEffect" fill="hold">
                            <p:stCondLst>
                              <p:cond delay="2500"/>
                            </p:stCondLst>
                            <p:childTnLst>
                              <p:par>
                                <p:cTn id="106" nodeType="afterEffect" fill="hold" presetClass="entr" presetID="22" presetSubtype="8">
                                  <p:stCondLst>
                                    <p:cond delay="0"/>
                                  </p:stCondLst>
                                  <p:childTnLst>
                                    <p:set>
                                      <p:cBhvr>
                                        <p:cTn id="107" dur="1" fill="hold">
                                          <p:stCondLst>
                                            <p:cond delay="0"/>
                                          </p:stCondLst>
                                        </p:cTn>
                                        <p:tgtEl>
                                          <p:spTgt spid="566"/>
                                        </p:tgtEl>
                                        <p:attrNameLst>
                                          <p:attrName>style.visibility</p:attrName>
                                        </p:attrNameLst>
                                      </p:cBhvr>
                                      <p:to>
                                        <p:strVal val="visible"/>
                                      </p:to>
                                    </p:set>
                                    <p:animEffect filter="wipe(left)" transition="in">
                                      <p:cBhvr additive="repl">
                                        <p:cTn id="108" dur="500"/>
                                        <p:tgtEl>
                                          <p:spTgt spid="566"/>
                                        </p:tgtEl>
                                      </p:cBhvr>
                                    </p:animEffect>
                                  </p:childTnLst>
                                </p:cTn>
                              </p:par>
                            </p:childTnLst>
                          </p:cTn>
                        </p:par>
                        <p:par>
                          <p:cTn id="109" nodeType="afterEffect" fill="hold">
                            <p:stCondLst>
                              <p:cond delay="3000"/>
                            </p:stCondLst>
                            <p:childTnLst>
                              <p:par>
                                <p:cTn id="110" nodeType="afterEffect" fill="hold" presetClass="entr" presetID="22" presetSubtype="4">
                                  <p:stCondLst>
                                    <p:cond delay="0"/>
                                  </p:stCondLst>
                                  <p:childTnLst>
                                    <p:set>
                                      <p:cBhvr>
                                        <p:cTn id="111" dur="1" fill="hold">
                                          <p:stCondLst>
                                            <p:cond delay="0"/>
                                          </p:stCondLst>
                                        </p:cTn>
                                        <p:tgtEl>
                                          <p:spTgt spid="569"/>
                                        </p:tgtEl>
                                        <p:attrNameLst>
                                          <p:attrName>style.visibility</p:attrName>
                                        </p:attrNameLst>
                                      </p:cBhvr>
                                      <p:to>
                                        <p:strVal val="visible"/>
                                      </p:to>
                                    </p:set>
                                    <p:animEffect filter="wipe(down)" transition="in">
                                      <p:cBhvr additive="repl">
                                        <p:cTn id="112" dur="500"/>
                                        <p:tgtEl>
                                          <p:spTgt spid="569"/>
                                        </p:tgtEl>
                                      </p:cBhvr>
                                    </p:animEffect>
                                  </p:childTnLst>
                                </p:cTn>
                              </p:par>
                            </p:childTnLst>
                          </p:cTn>
                        </p:par>
                        <p:par>
                          <p:cTn id="113" nodeType="afterEffect" fill="hold">
                            <p:stCondLst>
                              <p:cond delay="3500"/>
                            </p:stCondLst>
                            <p:childTnLst>
                              <p:par>
                                <p:cTn id="114" nodeType="afterEffect" fill="hold" presetClass="entr" presetID="22" presetSubtype="4">
                                  <p:stCondLst>
                                    <p:cond delay="0"/>
                                  </p:stCondLst>
                                  <p:childTnLst>
                                    <p:set>
                                      <p:cBhvr>
                                        <p:cTn id="115" dur="1" fill="hold">
                                          <p:stCondLst>
                                            <p:cond delay="0"/>
                                          </p:stCondLst>
                                        </p:cTn>
                                        <p:tgtEl>
                                          <p:spTgt spid="570"/>
                                        </p:tgtEl>
                                        <p:attrNameLst>
                                          <p:attrName>style.visibility</p:attrName>
                                        </p:attrNameLst>
                                      </p:cBhvr>
                                      <p:to>
                                        <p:strVal val="visible"/>
                                      </p:to>
                                    </p:set>
                                    <p:animEffect filter="wipe(down)" transition="in">
                                      <p:cBhvr additive="repl">
                                        <p:cTn id="116" dur="500"/>
                                        <p:tgtEl>
                                          <p:spTgt spid="570"/>
                                        </p:tgtEl>
                                      </p:cBhvr>
                                    </p:animEffect>
                                  </p:childTnLst>
                                </p:cTn>
                              </p:par>
                            </p:childTnLst>
                          </p:cTn>
                        </p:par>
                        <p:par>
                          <p:cTn id="117" nodeType="afterEffect" fill="hold">
                            <p:stCondLst>
                              <p:cond delay="4000"/>
                            </p:stCondLst>
                            <p:childTnLst>
                              <p:par>
                                <p:cTn id="118" nodeType="afterEffect" fill="hold" presetClass="entr" presetID="22" presetSubtype="4">
                                  <p:stCondLst>
                                    <p:cond delay="0"/>
                                  </p:stCondLst>
                                  <p:childTnLst>
                                    <p:set>
                                      <p:cBhvr>
                                        <p:cTn id="119" dur="1" fill="hold">
                                          <p:stCondLst>
                                            <p:cond delay="0"/>
                                          </p:stCondLst>
                                        </p:cTn>
                                        <p:tgtEl>
                                          <p:spTgt spid="583"/>
                                        </p:tgtEl>
                                        <p:attrNameLst>
                                          <p:attrName>style.visibility</p:attrName>
                                        </p:attrNameLst>
                                      </p:cBhvr>
                                      <p:to>
                                        <p:strVal val="visible"/>
                                      </p:to>
                                    </p:set>
                                    <p:animEffect filter="wipe(down)" transition="in">
                                      <p:cBhvr additive="repl">
                                        <p:cTn id="120" dur="500"/>
                                        <p:tgtEl>
                                          <p:spTgt spid="583"/>
                                        </p:tgtEl>
                                      </p:cBhvr>
                                    </p:animEffect>
                                  </p:childTnLst>
                                </p:cTn>
                              </p:par>
                            </p:childTnLst>
                          </p:cTn>
                        </p:par>
                        <p:par>
                          <p:cTn id="121" nodeType="afterEffect" fill="hold">
                            <p:stCondLst>
                              <p:cond delay="4500"/>
                            </p:stCondLst>
                            <p:childTnLst>
                              <p:par>
                                <p:cTn id="122" nodeType="afterEffect" fill="hold" presetClass="entr" presetID="22" presetSubtype="4">
                                  <p:stCondLst>
                                    <p:cond delay="0"/>
                                  </p:stCondLst>
                                  <p:childTnLst>
                                    <p:set>
                                      <p:cBhvr>
                                        <p:cTn id="123" dur="1" fill="hold">
                                          <p:stCondLst>
                                            <p:cond delay="0"/>
                                          </p:stCondLst>
                                        </p:cTn>
                                        <p:tgtEl>
                                          <p:spTgt spid="567"/>
                                        </p:tgtEl>
                                        <p:attrNameLst>
                                          <p:attrName>style.visibility</p:attrName>
                                        </p:attrNameLst>
                                      </p:cBhvr>
                                      <p:to>
                                        <p:strVal val="visible"/>
                                      </p:to>
                                    </p:set>
                                    <p:animEffect filter="wipe(down)" transition="in">
                                      <p:cBhvr additive="repl">
                                        <p:cTn id="124" dur="500"/>
                                        <p:tgtEl>
                                          <p:spTgt spid="567"/>
                                        </p:tgtEl>
                                      </p:cBhvr>
                                    </p:animEffect>
                                  </p:childTnLst>
                                </p:cTn>
                              </p:par>
                            </p:childTnLst>
                          </p:cTn>
                        </p:par>
                        <p:par>
                          <p:cTn id="125" nodeType="afterEffect" fill="hold">
                            <p:stCondLst>
                              <p:cond delay="5000"/>
                            </p:stCondLst>
                            <p:childTnLst>
                              <p:par>
                                <p:cTn id="126" nodeType="afterEffect" fill="hold" presetClass="entr" presetID="22" presetSubtype="4">
                                  <p:stCondLst>
                                    <p:cond delay="0"/>
                                  </p:stCondLst>
                                  <p:childTnLst>
                                    <p:set>
                                      <p:cBhvr>
                                        <p:cTn id="127" dur="1" fill="hold">
                                          <p:stCondLst>
                                            <p:cond delay="0"/>
                                          </p:stCondLst>
                                        </p:cTn>
                                        <p:tgtEl>
                                          <p:spTgt spid="571"/>
                                        </p:tgtEl>
                                        <p:attrNameLst>
                                          <p:attrName>style.visibility</p:attrName>
                                        </p:attrNameLst>
                                      </p:cBhvr>
                                      <p:to>
                                        <p:strVal val="visible"/>
                                      </p:to>
                                    </p:set>
                                    <p:animEffect filter="wipe(down)" transition="in">
                                      <p:cBhvr additive="repl">
                                        <p:cTn id="128" dur="500"/>
                                        <p:tgtEl>
                                          <p:spTgt spid="571"/>
                                        </p:tgtEl>
                                      </p:cBhvr>
                                    </p:animEffect>
                                  </p:childTnLst>
                                </p:cTn>
                              </p:par>
                            </p:childTnLst>
                          </p:cTn>
                        </p:par>
                        <p:par>
                          <p:cTn id="129" nodeType="afterEffect" fill="hold">
                            <p:stCondLst>
                              <p:cond delay="5500"/>
                            </p:stCondLst>
                            <p:childTnLst>
                              <p:par>
                                <p:cTn id="130" nodeType="afterEffect" fill="hold" presetClass="entr" presetID="22" presetSubtype="4">
                                  <p:stCondLst>
                                    <p:cond delay="0"/>
                                  </p:stCondLst>
                                  <p:childTnLst>
                                    <p:set>
                                      <p:cBhvr>
                                        <p:cTn id="131" dur="1" fill="hold">
                                          <p:stCondLst>
                                            <p:cond delay="0"/>
                                          </p:stCondLst>
                                        </p:cTn>
                                        <p:tgtEl>
                                          <p:spTgt spid="572"/>
                                        </p:tgtEl>
                                        <p:attrNameLst>
                                          <p:attrName>style.visibility</p:attrName>
                                        </p:attrNameLst>
                                      </p:cBhvr>
                                      <p:to>
                                        <p:strVal val="visible"/>
                                      </p:to>
                                    </p:set>
                                    <p:animEffect filter="wipe(down)" transition="in">
                                      <p:cBhvr additive="repl">
                                        <p:cTn id="132" dur="500"/>
                                        <p:tgtEl>
                                          <p:spTgt spid="572"/>
                                        </p:tgtEl>
                                      </p:cBhvr>
                                    </p:animEffect>
                                  </p:childTnLst>
                                </p:cTn>
                              </p:par>
                            </p:childTnLst>
                          </p:cTn>
                        </p:par>
                        <p:par>
                          <p:cTn id="133" nodeType="afterEffect" fill="hold">
                            <p:stCondLst>
                              <p:cond delay="6000"/>
                            </p:stCondLst>
                            <p:childTnLst>
                              <p:par>
                                <p:cTn id="134" nodeType="afterEffect" fill="hold" presetClass="entr" presetID="22" presetSubtype="4">
                                  <p:stCondLst>
                                    <p:cond delay="0"/>
                                  </p:stCondLst>
                                  <p:childTnLst>
                                    <p:set>
                                      <p:cBhvr>
                                        <p:cTn id="135" dur="1" fill="hold">
                                          <p:stCondLst>
                                            <p:cond delay="0"/>
                                          </p:stCondLst>
                                        </p:cTn>
                                        <p:tgtEl>
                                          <p:spTgt spid="573"/>
                                        </p:tgtEl>
                                        <p:attrNameLst>
                                          <p:attrName>style.visibility</p:attrName>
                                        </p:attrNameLst>
                                      </p:cBhvr>
                                      <p:to>
                                        <p:strVal val="visible"/>
                                      </p:to>
                                    </p:set>
                                    <p:animEffect filter="wipe(down)" transition="in">
                                      <p:cBhvr additive="repl">
                                        <p:cTn id="136" dur="500"/>
                                        <p:tgtEl>
                                          <p:spTgt spid="573"/>
                                        </p:tgtEl>
                                      </p:cBhvr>
                                    </p:animEffect>
                                  </p:childTnLst>
                                </p:cTn>
                              </p:par>
                            </p:childTnLst>
                          </p:cTn>
                        </p:par>
                        <p:par>
                          <p:cTn id="137" nodeType="afterEffect" fill="hold">
                            <p:stCondLst>
                              <p:cond delay="6500"/>
                            </p:stCondLst>
                            <p:childTnLst>
                              <p:par>
                                <p:cTn id="138" nodeType="afterEffect" fill="hold" presetClass="entr" presetID="22" presetSubtype="4">
                                  <p:stCondLst>
                                    <p:cond delay="0"/>
                                  </p:stCondLst>
                                  <p:childTnLst>
                                    <p:set>
                                      <p:cBhvr>
                                        <p:cTn id="139" dur="1" fill="hold">
                                          <p:stCondLst>
                                            <p:cond delay="0"/>
                                          </p:stCondLst>
                                        </p:cTn>
                                        <p:tgtEl>
                                          <p:spTgt spid="574"/>
                                        </p:tgtEl>
                                        <p:attrNameLst>
                                          <p:attrName>style.visibility</p:attrName>
                                        </p:attrNameLst>
                                      </p:cBhvr>
                                      <p:to>
                                        <p:strVal val="visible"/>
                                      </p:to>
                                    </p:set>
                                    <p:animEffect filter="wipe(down)" transition="in">
                                      <p:cBhvr additive="repl">
                                        <p:cTn id="140" dur="500"/>
                                        <p:tgtEl>
                                          <p:spTgt spid="574"/>
                                        </p:tgtEl>
                                      </p:cBhvr>
                                    </p:animEffect>
                                  </p:childTnLst>
                                </p:cTn>
                              </p:par>
                            </p:childTnLst>
                          </p:cTn>
                        </p:par>
                        <p:par>
                          <p:cTn id="141" nodeType="afterEffect" fill="hold">
                            <p:stCondLst>
                              <p:cond delay="7000"/>
                            </p:stCondLst>
                            <p:childTnLst>
                              <p:par>
                                <p:cTn id="142" nodeType="afterEffect" fill="hold" presetClass="entr" presetID="22" presetSubtype="4">
                                  <p:stCondLst>
                                    <p:cond delay="0"/>
                                  </p:stCondLst>
                                  <p:childTnLst>
                                    <p:set>
                                      <p:cBhvr>
                                        <p:cTn id="143" dur="1" fill="hold">
                                          <p:stCondLst>
                                            <p:cond delay="0"/>
                                          </p:stCondLst>
                                        </p:cTn>
                                        <p:tgtEl>
                                          <p:spTgt spid="575"/>
                                        </p:tgtEl>
                                        <p:attrNameLst>
                                          <p:attrName>style.visibility</p:attrName>
                                        </p:attrNameLst>
                                      </p:cBhvr>
                                      <p:to>
                                        <p:strVal val="visible"/>
                                      </p:to>
                                    </p:set>
                                    <p:animEffect filter="wipe(down)" transition="in">
                                      <p:cBhvr additive="repl">
                                        <p:cTn id="144" dur="500"/>
                                        <p:tgtEl>
                                          <p:spTgt spid="575"/>
                                        </p:tgtEl>
                                      </p:cBhvr>
                                    </p:animEffect>
                                  </p:childTnLst>
                                </p:cTn>
                              </p:par>
                            </p:childTnLst>
                          </p:cTn>
                        </p:par>
                        <p:par>
                          <p:cTn id="145" nodeType="afterEffect" fill="hold">
                            <p:stCondLst>
                              <p:cond delay="7500"/>
                            </p:stCondLst>
                            <p:childTnLst>
                              <p:par>
                                <p:cTn id="146" nodeType="afterEffect" fill="hold" presetClass="entr" presetID="22" presetSubtype="4">
                                  <p:stCondLst>
                                    <p:cond delay="0"/>
                                  </p:stCondLst>
                                  <p:childTnLst>
                                    <p:set>
                                      <p:cBhvr>
                                        <p:cTn id="147" dur="1" fill="hold">
                                          <p:stCondLst>
                                            <p:cond delay="0"/>
                                          </p:stCondLst>
                                        </p:cTn>
                                        <p:tgtEl>
                                          <p:spTgt spid="576"/>
                                        </p:tgtEl>
                                        <p:attrNameLst>
                                          <p:attrName>style.visibility</p:attrName>
                                        </p:attrNameLst>
                                      </p:cBhvr>
                                      <p:to>
                                        <p:strVal val="visible"/>
                                      </p:to>
                                    </p:set>
                                    <p:animEffect filter="wipe(down)" transition="in">
                                      <p:cBhvr additive="repl">
                                        <p:cTn id="148" dur="500"/>
                                        <p:tgtEl>
                                          <p:spTgt spid="576"/>
                                        </p:tgtEl>
                                      </p:cBhvr>
                                    </p:animEffect>
                                  </p:childTnLst>
                                </p:cTn>
                              </p:par>
                            </p:childTnLst>
                          </p:cTn>
                        </p:par>
                        <p:par>
                          <p:cTn id="149" nodeType="afterEffect" fill="hold">
                            <p:stCondLst>
                              <p:cond delay="8000"/>
                            </p:stCondLst>
                            <p:childTnLst>
                              <p:par>
                                <p:cTn id="150" nodeType="afterEffect" fill="hold" presetClass="entr" presetID="22" presetSubtype="4">
                                  <p:stCondLst>
                                    <p:cond delay="0"/>
                                  </p:stCondLst>
                                  <p:childTnLst>
                                    <p:set>
                                      <p:cBhvr>
                                        <p:cTn id="151" dur="1" fill="hold">
                                          <p:stCondLst>
                                            <p:cond delay="0"/>
                                          </p:stCondLst>
                                        </p:cTn>
                                        <p:tgtEl>
                                          <p:spTgt spid="577"/>
                                        </p:tgtEl>
                                        <p:attrNameLst>
                                          <p:attrName>style.visibility</p:attrName>
                                        </p:attrNameLst>
                                      </p:cBhvr>
                                      <p:to>
                                        <p:strVal val="visible"/>
                                      </p:to>
                                    </p:set>
                                    <p:animEffect filter="wipe(down)" transition="in">
                                      <p:cBhvr additive="repl">
                                        <p:cTn id="152" dur="500"/>
                                        <p:tgtEl>
                                          <p:spTgt spid="577"/>
                                        </p:tgtEl>
                                      </p:cBhvr>
                                    </p:animEffect>
                                  </p:childTnLst>
                                </p:cTn>
                              </p:par>
                            </p:childTnLst>
                          </p:cTn>
                        </p:par>
                        <p:par>
                          <p:cTn id="153" nodeType="afterEffect" fill="hold">
                            <p:stCondLst>
                              <p:cond delay="8500"/>
                            </p:stCondLst>
                            <p:childTnLst>
                              <p:par>
                                <p:cTn id="154" nodeType="afterEffect" fill="hold" presetClass="entr" presetID="22" presetSubtype="4">
                                  <p:stCondLst>
                                    <p:cond delay="0"/>
                                  </p:stCondLst>
                                  <p:childTnLst>
                                    <p:set>
                                      <p:cBhvr>
                                        <p:cTn id="155" dur="1" fill="hold">
                                          <p:stCondLst>
                                            <p:cond delay="0"/>
                                          </p:stCondLst>
                                        </p:cTn>
                                        <p:tgtEl>
                                          <p:spTgt spid="578"/>
                                        </p:tgtEl>
                                        <p:attrNameLst>
                                          <p:attrName>style.visibility</p:attrName>
                                        </p:attrNameLst>
                                      </p:cBhvr>
                                      <p:to>
                                        <p:strVal val="visible"/>
                                      </p:to>
                                    </p:set>
                                    <p:animEffect filter="wipe(down)" transition="in">
                                      <p:cBhvr additive="repl">
                                        <p:cTn id="156" dur="500"/>
                                        <p:tgtEl>
                                          <p:spTgt spid="578"/>
                                        </p:tgtEl>
                                      </p:cBhvr>
                                    </p:animEffect>
                                  </p:childTnLst>
                                </p:cTn>
                              </p:par>
                            </p:childTnLst>
                          </p:cTn>
                        </p:par>
                        <p:par>
                          <p:cTn id="157" nodeType="afterEffect" fill="hold">
                            <p:stCondLst>
                              <p:cond delay="9000"/>
                            </p:stCondLst>
                            <p:childTnLst>
                              <p:par>
                                <p:cTn id="158" nodeType="afterEffect" fill="hold" presetClass="entr" presetID="22" presetSubtype="4">
                                  <p:stCondLst>
                                    <p:cond delay="0"/>
                                  </p:stCondLst>
                                  <p:childTnLst>
                                    <p:set>
                                      <p:cBhvr>
                                        <p:cTn id="159" dur="1" fill="hold">
                                          <p:stCondLst>
                                            <p:cond delay="0"/>
                                          </p:stCondLst>
                                        </p:cTn>
                                        <p:tgtEl>
                                          <p:spTgt spid="579"/>
                                        </p:tgtEl>
                                        <p:attrNameLst>
                                          <p:attrName>style.visibility</p:attrName>
                                        </p:attrNameLst>
                                      </p:cBhvr>
                                      <p:to>
                                        <p:strVal val="visible"/>
                                      </p:to>
                                    </p:set>
                                    <p:animEffect filter="wipe(down)" transition="in">
                                      <p:cBhvr additive="repl">
                                        <p:cTn id="160" dur="500"/>
                                        <p:tgtEl>
                                          <p:spTgt spid="579"/>
                                        </p:tgtEl>
                                      </p:cBhvr>
                                    </p:animEffect>
                                  </p:childTnLst>
                                </p:cTn>
                              </p:par>
                            </p:childTnLst>
                          </p:cTn>
                        </p:par>
                        <p:par>
                          <p:cTn id="161" nodeType="afterEffect" fill="hold">
                            <p:stCondLst>
                              <p:cond delay="9500"/>
                            </p:stCondLst>
                            <p:childTnLst>
                              <p:par>
                                <p:cTn id="162" nodeType="afterEffect" fill="hold" presetClass="entr" presetID="22" presetSubtype="4">
                                  <p:stCondLst>
                                    <p:cond delay="0"/>
                                  </p:stCondLst>
                                  <p:childTnLst>
                                    <p:set>
                                      <p:cBhvr>
                                        <p:cTn id="163" dur="1" fill="hold">
                                          <p:stCondLst>
                                            <p:cond delay="0"/>
                                          </p:stCondLst>
                                        </p:cTn>
                                        <p:tgtEl>
                                          <p:spTgt spid="580"/>
                                        </p:tgtEl>
                                        <p:attrNameLst>
                                          <p:attrName>style.visibility</p:attrName>
                                        </p:attrNameLst>
                                      </p:cBhvr>
                                      <p:to>
                                        <p:strVal val="visible"/>
                                      </p:to>
                                    </p:set>
                                    <p:animEffect filter="wipe(down)" transition="in">
                                      <p:cBhvr additive="repl">
                                        <p:cTn id="164" dur="500"/>
                                        <p:tgtEl>
                                          <p:spTgt spid="580"/>
                                        </p:tgtEl>
                                      </p:cBhvr>
                                    </p:animEffect>
                                  </p:childTnLst>
                                </p:cTn>
                              </p:par>
                            </p:childTnLst>
                          </p:cTn>
                        </p:par>
                        <p:par>
                          <p:cTn id="165" nodeType="afterEffect" fill="hold">
                            <p:stCondLst>
                              <p:cond delay="10000"/>
                            </p:stCondLst>
                            <p:childTnLst>
                              <p:par>
                                <p:cTn id="166" nodeType="afterEffect" fill="hold" presetClass="entr" presetID="22" presetSubtype="4">
                                  <p:stCondLst>
                                    <p:cond delay="0"/>
                                  </p:stCondLst>
                                  <p:childTnLst>
                                    <p:set>
                                      <p:cBhvr>
                                        <p:cTn id="167" dur="1" fill="hold">
                                          <p:stCondLst>
                                            <p:cond delay="0"/>
                                          </p:stCondLst>
                                        </p:cTn>
                                        <p:tgtEl>
                                          <p:spTgt spid="581"/>
                                        </p:tgtEl>
                                        <p:attrNameLst>
                                          <p:attrName>style.visibility</p:attrName>
                                        </p:attrNameLst>
                                      </p:cBhvr>
                                      <p:to>
                                        <p:strVal val="visible"/>
                                      </p:to>
                                    </p:set>
                                    <p:animEffect filter="wipe(down)" transition="in">
                                      <p:cBhvr additive="repl">
                                        <p:cTn id="168" dur="500"/>
                                        <p:tgtEl>
                                          <p:spTgt spid="581"/>
                                        </p:tgtEl>
                                      </p:cBhvr>
                                    </p:animEffect>
                                  </p:childTnLst>
                                </p:cTn>
                              </p:par>
                            </p:childTnLst>
                          </p:cTn>
                        </p:par>
                        <p:par>
                          <p:cTn id="169" nodeType="afterEffect" fill="hold">
                            <p:stCondLst>
                              <p:cond delay="10500"/>
                            </p:stCondLst>
                            <p:childTnLst>
                              <p:par>
                                <p:cTn id="170" nodeType="afterEffect" fill="hold" presetClass="entr" presetID="22" presetSubtype="4">
                                  <p:stCondLst>
                                    <p:cond delay="0"/>
                                  </p:stCondLst>
                                  <p:childTnLst>
                                    <p:set>
                                      <p:cBhvr>
                                        <p:cTn id="171" dur="1" fill="hold">
                                          <p:stCondLst>
                                            <p:cond delay="0"/>
                                          </p:stCondLst>
                                        </p:cTn>
                                        <p:tgtEl>
                                          <p:spTgt spid="582"/>
                                        </p:tgtEl>
                                        <p:attrNameLst>
                                          <p:attrName>style.visibility</p:attrName>
                                        </p:attrNameLst>
                                      </p:cBhvr>
                                      <p:to>
                                        <p:strVal val="visible"/>
                                      </p:to>
                                    </p:set>
                                    <p:animEffect filter="wipe(down)" transition="in">
                                      <p:cBhvr additive="repl">
                                        <p:cTn id="172" dur="500"/>
                                        <p:tgtEl>
                                          <p:spTgt spid="582"/>
                                        </p:tgtEl>
                                      </p:cBhvr>
                                    </p:animEffect>
                                  </p:childTnLst>
                                </p:cTn>
                              </p:par>
                            </p:childTnLst>
                          </p:cTn>
                        </p:par>
                        <p:par>
                          <p:cTn id="173" nodeType="afterEffect" fill="hold">
                            <p:stCondLst>
                              <p:cond delay="11000"/>
                            </p:stCondLst>
                            <p:childTnLst>
                              <p:par>
                                <p:cTn id="174" nodeType="afterEffect" fill="hold" presetClass="entr" presetID="22" presetSubtype="8">
                                  <p:stCondLst>
                                    <p:cond delay="0"/>
                                  </p:stCondLst>
                                  <p:childTnLst>
                                    <p:set>
                                      <p:cBhvr>
                                        <p:cTn id="175" dur="1" fill="hold">
                                          <p:stCondLst>
                                            <p:cond delay="0"/>
                                          </p:stCondLst>
                                        </p:cTn>
                                        <p:tgtEl>
                                          <p:spTgt spid="568"/>
                                        </p:tgtEl>
                                        <p:attrNameLst>
                                          <p:attrName>style.visibility</p:attrName>
                                        </p:attrNameLst>
                                      </p:cBhvr>
                                      <p:to>
                                        <p:strVal val="visible"/>
                                      </p:to>
                                    </p:set>
                                    <p:animEffect filter="wipe(left)" transition="in">
                                      <p:cBhvr additive="repl">
                                        <p:cTn id="176" dur="500"/>
                                        <p:tgtEl>
                                          <p:spTgt spid="5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type="title"/>
          </p:nvPr>
        </p:nvSpPr>
        <p:spPr>
          <a:xfrm>
            <a:off x="981360" y="2057040"/>
            <a:ext cx="10898640" cy="1002960"/>
          </a:xfrm>
          <a:prstGeom prst="rect">
            <a:avLst/>
          </a:prstGeom>
          <a:noFill/>
          <a:ln w="0">
            <a:noFill/>
          </a:ln>
        </p:spPr>
        <p:txBody>
          <a:bodyPr anchor="t">
            <a:noAutofit/>
          </a:bodyPr>
          <a:p>
            <a:pPr>
              <a:lnSpc>
                <a:spcPct val="100000"/>
              </a:lnSpc>
              <a:buNone/>
            </a:pPr>
            <a:r>
              <a:rPr b="0" lang="ru-RU" sz="3800" spc="-1" strike="noStrike">
                <a:solidFill>
                  <a:srgbClr val="7c08dc"/>
                </a:solidFill>
                <a:latin typeface="Montserrat SemiBold"/>
                <a:ea typeface="Arial"/>
              </a:rPr>
              <a:t>Зависимость силы тока от сопротивления</a:t>
            </a:r>
            <a:endParaRPr b="0" lang="ru-RU" sz="3800" spc="-1" strike="noStrike">
              <a:solidFill>
                <a:srgbClr val="352379"/>
              </a:solidFill>
              <a:latin typeface="Montserrat"/>
            </a:endParaRPr>
          </a:p>
        </p:txBody>
      </p:sp>
      <p:sp>
        <p:nvSpPr>
          <p:cNvPr id="586" name="PlaceHolder 2"/>
          <p:cNvSpPr>
            <a:spLocks noGrp="1"/>
          </p:cNvSpPr>
          <p:nvPr>
            <p:ph/>
          </p:nvPr>
        </p:nvSpPr>
        <p:spPr>
          <a:xfrm>
            <a:off x="340200" y="528480"/>
            <a:ext cx="9965520" cy="1950840"/>
          </a:xfrm>
          <a:prstGeom prst="rect">
            <a:avLst/>
          </a:prstGeom>
          <a:noFill/>
          <a:ln w="0">
            <a:noFill/>
          </a:ln>
        </p:spPr>
        <p:txBody>
          <a:bodyPr anchor="t">
            <a:normAutofit fontScale="76000"/>
          </a:bodyPr>
          <a:p>
            <a:pPr>
              <a:lnSpc>
                <a:spcPct val="90000"/>
              </a:lnSpc>
              <a:spcBef>
                <a:spcPts val="1001"/>
              </a:spcBef>
              <a:buNone/>
              <a:tabLst>
                <a:tab algn="l" pos="0"/>
              </a:tabLst>
            </a:pPr>
            <a:r>
              <a:rPr b="0" lang="ru-RU" sz="4000" spc="-1" strike="noStrike">
                <a:solidFill>
                  <a:srgbClr val="352379"/>
                </a:solidFill>
                <a:latin typeface="Montserrat"/>
                <a:ea typeface="Arial"/>
              </a:rPr>
              <a:t>Сила тока </a:t>
            </a:r>
            <a:r>
              <a:rPr b="1" lang="ru-RU" sz="4000" spc="-1" strike="noStrike">
                <a:solidFill>
                  <a:srgbClr val="352379"/>
                </a:solidFill>
                <a:latin typeface="Montserrat"/>
                <a:ea typeface="Arial"/>
              </a:rPr>
              <a:t>обратно пропорциональна</a:t>
            </a:r>
            <a:r>
              <a:rPr b="0" lang="ru-RU" sz="4000" spc="-1" strike="noStrike">
                <a:solidFill>
                  <a:srgbClr val="352379"/>
                </a:solidFill>
                <a:latin typeface="Montserrat"/>
                <a:ea typeface="Arial"/>
              </a:rPr>
              <a:t> </a:t>
            </a:r>
            <a:r>
              <a:rPr b="1" lang="ru-RU" sz="4000" spc="-1" strike="noStrike">
                <a:solidFill>
                  <a:srgbClr val="352379"/>
                </a:solidFill>
                <a:latin typeface="Montserrat"/>
                <a:ea typeface="Arial"/>
              </a:rPr>
              <a:t>сопротивлению</a:t>
            </a:r>
            <a:endParaRPr b="0" lang="ru-RU" sz="4000" spc="-1" strike="noStrike">
              <a:solidFill>
                <a:srgbClr val="352379"/>
              </a:solidFill>
              <a:latin typeface="Montserrat"/>
            </a:endParaRPr>
          </a:p>
          <a:p>
            <a:pPr>
              <a:lnSpc>
                <a:spcPct val="90000"/>
              </a:lnSpc>
              <a:spcBef>
                <a:spcPts val="1001"/>
              </a:spcBef>
              <a:buNone/>
              <a:tabLst>
                <a:tab algn="l" pos="0"/>
              </a:tabLst>
            </a:pPr>
            <a:r>
              <a:rPr b="0" lang="ru-RU" sz="4000" spc="-1" strike="noStrike">
                <a:solidFill>
                  <a:srgbClr val="352379"/>
                </a:solidFill>
                <a:latin typeface="Montserrat"/>
                <a:ea typeface="Arial"/>
              </a:rPr>
              <a:t>График – </a:t>
            </a:r>
            <a:r>
              <a:rPr b="1" lang="ru-RU" sz="4000" spc="-1" strike="noStrike">
                <a:solidFill>
                  <a:srgbClr val="352379"/>
                </a:solidFill>
                <a:latin typeface="Montserrat"/>
                <a:ea typeface="Arial"/>
              </a:rPr>
              <a:t>ветвь гиперболы</a:t>
            </a:r>
            <a:endParaRPr b="0" lang="ru-RU" sz="4000" spc="-1" strike="noStrike">
              <a:solidFill>
                <a:srgbClr val="352379"/>
              </a:solidFill>
              <a:latin typeface="Montserrat"/>
            </a:endParaRPr>
          </a:p>
          <a:p>
            <a:pPr>
              <a:lnSpc>
                <a:spcPct val="90000"/>
              </a:lnSpc>
              <a:spcBef>
                <a:spcPts val="1001"/>
              </a:spcBef>
              <a:buNone/>
              <a:tabLst>
                <a:tab algn="l" pos="0"/>
              </a:tabLst>
            </a:pPr>
            <a:r>
              <a:rPr b="0" lang="ru-RU" sz="4000" spc="-1" strike="noStrike">
                <a:solidFill>
                  <a:srgbClr val="352379"/>
                </a:solidFill>
                <a:latin typeface="Montserrat"/>
                <a:ea typeface="Arial"/>
              </a:rPr>
              <a:t> </a:t>
            </a:r>
            <a:endParaRPr b="0" lang="ru-RU" sz="4000" spc="-1" strike="noStrike">
              <a:solidFill>
                <a:srgbClr val="352379"/>
              </a:solidFill>
              <a:latin typeface="Montserrat"/>
            </a:endParaRPr>
          </a:p>
        </p:txBody>
      </p:sp>
      <p:graphicFrame>
        <p:nvGraphicFramePr>
          <p:cNvPr id="587" name="Group 40"/>
          <p:cNvGraphicFramePr/>
          <p:nvPr/>
        </p:nvGraphicFramePr>
        <p:xfrm>
          <a:off x="7633800" y="4489560"/>
          <a:ext cx="2981520" cy="1361880"/>
        </p:xfrm>
        <a:graphic>
          <a:graphicData uri="http://schemas.openxmlformats.org/drawingml/2006/table">
            <a:tbl>
              <a:tblPr/>
              <a:tblGrid>
                <a:gridCol w="687960"/>
                <a:gridCol w="765000"/>
                <a:gridCol w="761760"/>
                <a:gridCol w="766800"/>
              </a:tblGrid>
              <a:tr h="685800">
                <a:tc>
                  <a:txBody>
                    <a:bodyPr anchor="ctr">
                      <a:noAutofit/>
                    </a:bodyPr>
                    <a:p>
                      <a:pPr>
                        <a:lnSpc>
                          <a:spcPct val="100000"/>
                        </a:lnSpc>
                        <a:spcBef>
                          <a:spcPts val="479"/>
                        </a:spcBef>
                        <a:buNone/>
                        <a:tabLst>
                          <a:tab algn="l" pos="0"/>
                        </a:tabLst>
                      </a:pPr>
                      <a:r>
                        <a:rPr b="0" lang="en-US" sz="2400" spc="-1" strike="noStrike">
                          <a:solidFill>
                            <a:srgbClr val="002060"/>
                          </a:solidFill>
                          <a:latin typeface="Arial"/>
                          <a:ea typeface="Arial"/>
                        </a:rPr>
                        <a:t>I</a:t>
                      </a:r>
                      <a:endParaRPr b="0" lang="ru-RU" sz="2400" spc="-1" strike="noStrike">
                        <a:latin typeface="Arial"/>
                      </a:endParaRPr>
                    </a:p>
                  </a:txBody>
                  <a:tcPr anchor="ctr" marL="91440" marR="91440">
                    <a:lnL w="38160">
                      <a:solidFill>
                        <a:srgbClr val="8c64d8"/>
                      </a:solidFill>
                    </a:lnL>
                    <a:lnR w="12240">
                      <a:solidFill>
                        <a:srgbClr val="352379"/>
                      </a:solidFill>
                    </a:lnR>
                    <a:lnT w="38160">
                      <a:solidFill>
                        <a:srgbClr val="8c64d8"/>
                      </a:solidFill>
                    </a:lnT>
                    <a:lnB w="12240">
                      <a:solidFill>
                        <a:srgbClr val="352379"/>
                      </a:solidFill>
                    </a:lnB>
                    <a:solidFill>
                      <a:srgbClr val="ff9900"/>
                    </a:solidFill>
                  </a:tcPr>
                </a:tc>
                <a:tc>
                  <a:txBody>
                    <a:bodyPr anchor="t">
                      <a:noAutofit/>
                    </a:bodyPr>
                    <a:p>
                      <a:pPr>
                        <a:lnSpc>
                          <a:spcPct val="100000"/>
                        </a:lnSpc>
                        <a:spcBef>
                          <a:spcPts val="479"/>
                        </a:spcBef>
                        <a:buNone/>
                        <a:tabLst>
                          <a:tab algn="l" pos="0"/>
                        </a:tabLst>
                      </a:pPr>
                      <a:r>
                        <a:rPr b="0" lang="ru-RU" sz="2400" spc="-1" strike="noStrike">
                          <a:solidFill>
                            <a:srgbClr val="002060"/>
                          </a:solidFill>
                          <a:latin typeface="Arial"/>
                          <a:ea typeface="Arial"/>
                        </a:rPr>
                        <a:t>3</a:t>
                      </a:r>
                      <a:endParaRPr b="0" lang="ru-RU" sz="2400" spc="-1" strike="noStrike">
                        <a:latin typeface="Arial"/>
                      </a:endParaRPr>
                    </a:p>
                  </a:txBody>
                  <a:tcPr anchor="t" marL="91440" marR="91440">
                    <a:lnL w="12240">
                      <a:solidFill>
                        <a:srgbClr val="352379"/>
                      </a:solidFill>
                    </a:lnL>
                    <a:lnR w="12240">
                      <a:solidFill>
                        <a:srgbClr val="352379"/>
                      </a:solidFill>
                    </a:lnR>
                    <a:lnT w="38160">
                      <a:solidFill>
                        <a:srgbClr val="8c64d8"/>
                      </a:solidFill>
                    </a:lnT>
                    <a:lnB w="12240">
                      <a:solidFill>
                        <a:srgbClr val="352379"/>
                      </a:solidFill>
                    </a:lnB>
                    <a:solidFill>
                      <a:srgbClr val="ff9900"/>
                    </a:solidFill>
                  </a:tcPr>
                </a:tc>
                <a:tc>
                  <a:txBody>
                    <a:bodyPr anchor="t">
                      <a:noAutofit/>
                    </a:bodyPr>
                    <a:p>
                      <a:pPr>
                        <a:lnSpc>
                          <a:spcPct val="100000"/>
                        </a:lnSpc>
                        <a:spcBef>
                          <a:spcPts val="479"/>
                        </a:spcBef>
                        <a:buNone/>
                        <a:tabLst>
                          <a:tab algn="l" pos="0"/>
                        </a:tabLst>
                      </a:pPr>
                      <a:r>
                        <a:rPr b="0" lang="ru-RU" sz="2400" spc="-1" strike="noStrike">
                          <a:solidFill>
                            <a:srgbClr val="002060"/>
                          </a:solidFill>
                          <a:latin typeface="Arial"/>
                          <a:ea typeface="Arial"/>
                        </a:rPr>
                        <a:t>2</a:t>
                      </a:r>
                      <a:endParaRPr b="0" lang="ru-RU" sz="2400" spc="-1" strike="noStrike">
                        <a:latin typeface="Arial"/>
                      </a:endParaRPr>
                    </a:p>
                  </a:txBody>
                  <a:tcPr anchor="t" marL="91440" marR="91440">
                    <a:lnL w="12240">
                      <a:solidFill>
                        <a:srgbClr val="352379"/>
                      </a:solidFill>
                    </a:lnL>
                    <a:lnR w="12240">
                      <a:solidFill>
                        <a:srgbClr val="352379"/>
                      </a:solidFill>
                    </a:lnR>
                    <a:lnT w="38160">
                      <a:solidFill>
                        <a:srgbClr val="8c64d8"/>
                      </a:solidFill>
                    </a:lnT>
                    <a:lnB w="12240">
                      <a:solidFill>
                        <a:srgbClr val="352379"/>
                      </a:solidFill>
                    </a:lnB>
                    <a:solidFill>
                      <a:srgbClr val="ff9900"/>
                    </a:solidFill>
                  </a:tcPr>
                </a:tc>
                <a:tc>
                  <a:txBody>
                    <a:bodyPr anchor="t">
                      <a:noAutofit/>
                    </a:bodyPr>
                    <a:p>
                      <a:pPr>
                        <a:lnSpc>
                          <a:spcPct val="100000"/>
                        </a:lnSpc>
                        <a:spcBef>
                          <a:spcPts val="479"/>
                        </a:spcBef>
                        <a:buNone/>
                        <a:tabLst>
                          <a:tab algn="l" pos="0"/>
                        </a:tabLst>
                      </a:pPr>
                      <a:r>
                        <a:rPr b="0" lang="ru-RU" sz="2400" spc="-1" strike="noStrike">
                          <a:solidFill>
                            <a:srgbClr val="002060"/>
                          </a:solidFill>
                          <a:latin typeface="Arial"/>
                          <a:ea typeface="Arial"/>
                        </a:rPr>
                        <a:t>1</a:t>
                      </a:r>
                      <a:endParaRPr b="0" lang="ru-RU" sz="2400" spc="-1" strike="noStrike">
                        <a:latin typeface="Arial"/>
                      </a:endParaRPr>
                    </a:p>
                  </a:txBody>
                  <a:tcPr anchor="t" marL="91440" marR="91440">
                    <a:lnL w="12240">
                      <a:solidFill>
                        <a:srgbClr val="352379"/>
                      </a:solidFill>
                    </a:lnL>
                    <a:lnR w="38160">
                      <a:solidFill>
                        <a:srgbClr val="8c64d8"/>
                      </a:solidFill>
                    </a:lnR>
                    <a:lnT w="38160">
                      <a:solidFill>
                        <a:srgbClr val="8c64d8"/>
                      </a:solidFill>
                    </a:lnT>
                    <a:lnB w="12240">
                      <a:solidFill>
                        <a:srgbClr val="352379"/>
                      </a:solidFill>
                    </a:lnB>
                    <a:solidFill>
                      <a:srgbClr val="ff9900"/>
                    </a:solidFill>
                  </a:tcPr>
                </a:tc>
              </a:tr>
              <a:tr h="676080">
                <a:tc>
                  <a:txBody>
                    <a:bodyPr anchor="t">
                      <a:noAutofit/>
                    </a:bodyPr>
                    <a:p>
                      <a:pPr>
                        <a:lnSpc>
                          <a:spcPct val="100000"/>
                        </a:lnSpc>
                        <a:spcBef>
                          <a:spcPts val="479"/>
                        </a:spcBef>
                        <a:buNone/>
                        <a:tabLst>
                          <a:tab algn="l" pos="0"/>
                        </a:tabLst>
                      </a:pPr>
                      <a:r>
                        <a:rPr b="0" lang="en-US" sz="2400" spc="-1" strike="noStrike">
                          <a:solidFill>
                            <a:srgbClr val="002060"/>
                          </a:solidFill>
                          <a:latin typeface="Arial"/>
                          <a:ea typeface="Arial"/>
                        </a:rPr>
                        <a:t>R</a:t>
                      </a:r>
                      <a:endParaRPr b="0" lang="ru-RU" sz="2400" spc="-1" strike="noStrike">
                        <a:latin typeface="Arial"/>
                      </a:endParaRPr>
                    </a:p>
                  </a:txBody>
                  <a:tcPr anchor="t" marL="91440" marR="91440">
                    <a:lnL w="38160">
                      <a:solidFill>
                        <a:srgbClr val="8c64d8"/>
                      </a:solidFill>
                    </a:lnL>
                    <a:lnR w="12240">
                      <a:solidFill>
                        <a:srgbClr val="352379"/>
                      </a:solidFill>
                    </a:lnR>
                    <a:lnT w="12240">
                      <a:solidFill>
                        <a:srgbClr val="352379"/>
                      </a:solidFill>
                    </a:lnT>
                    <a:lnB w="38160">
                      <a:solidFill>
                        <a:srgbClr val="8c64d8"/>
                      </a:solidFill>
                    </a:lnB>
                    <a:solidFill>
                      <a:srgbClr val="ff9900"/>
                    </a:solidFill>
                  </a:tcPr>
                </a:tc>
                <a:tc>
                  <a:txBody>
                    <a:bodyPr anchor="t">
                      <a:noAutofit/>
                    </a:bodyPr>
                    <a:p>
                      <a:pPr>
                        <a:lnSpc>
                          <a:spcPct val="100000"/>
                        </a:lnSpc>
                        <a:spcBef>
                          <a:spcPts val="479"/>
                        </a:spcBef>
                        <a:buNone/>
                        <a:tabLst>
                          <a:tab algn="l" pos="0"/>
                        </a:tabLst>
                      </a:pPr>
                      <a:r>
                        <a:rPr b="0" lang="ru-RU" sz="2400" spc="-1" strike="noStrike">
                          <a:solidFill>
                            <a:srgbClr val="002060"/>
                          </a:solidFill>
                          <a:latin typeface="Arial"/>
                          <a:ea typeface="Arial"/>
                        </a:rPr>
                        <a:t>1</a:t>
                      </a:r>
                      <a:endParaRPr b="0" lang="ru-RU" sz="2400" spc="-1" strike="noStrike">
                        <a:latin typeface="Arial"/>
                      </a:endParaRPr>
                    </a:p>
                  </a:txBody>
                  <a:tcPr anchor="t" marL="91440" marR="91440">
                    <a:lnL w="12240">
                      <a:solidFill>
                        <a:srgbClr val="352379"/>
                      </a:solidFill>
                    </a:lnL>
                    <a:lnR w="12240">
                      <a:solidFill>
                        <a:srgbClr val="352379"/>
                      </a:solidFill>
                    </a:lnR>
                    <a:lnT w="12240">
                      <a:solidFill>
                        <a:srgbClr val="352379"/>
                      </a:solidFill>
                    </a:lnT>
                    <a:lnB w="38160">
                      <a:solidFill>
                        <a:srgbClr val="8c64d8"/>
                      </a:solidFill>
                    </a:lnB>
                    <a:solidFill>
                      <a:srgbClr val="ff9900"/>
                    </a:solidFill>
                  </a:tcPr>
                </a:tc>
                <a:tc>
                  <a:txBody>
                    <a:bodyPr anchor="t">
                      <a:noAutofit/>
                    </a:bodyPr>
                    <a:p>
                      <a:pPr>
                        <a:lnSpc>
                          <a:spcPct val="100000"/>
                        </a:lnSpc>
                        <a:spcBef>
                          <a:spcPts val="479"/>
                        </a:spcBef>
                        <a:buNone/>
                        <a:tabLst>
                          <a:tab algn="l" pos="0"/>
                        </a:tabLst>
                      </a:pPr>
                      <a:r>
                        <a:rPr b="0" lang="ru-RU" sz="2400" spc="-1" strike="noStrike">
                          <a:solidFill>
                            <a:srgbClr val="002060"/>
                          </a:solidFill>
                          <a:latin typeface="Arial"/>
                          <a:ea typeface="Arial"/>
                        </a:rPr>
                        <a:t>2</a:t>
                      </a:r>
                      <a:endParaRPr b="0" lang="ru-RU" sz="2400" spc="-1" strike="noStrike">
                        <a:latin typeface="Arial"/>
                      </a:endParaRPr>
                    </a:p>
                  </a:txBody>
                  <a:tcPr anchor="t" marL="91440" marR="91440">
                    <a:lnL w="12240">
                      <a:solidFill>
                        <a:srgbClr val="352379"/>
                      </a:solidFill>
                    </a:lnL>
                    <a:lnR w="12240">
                      <a:solidFill>
                        <a:srgbClr val="352379"/>
                      </a:solidFill>
                    </a:lnR>
                    <a:lnT w="12240">
                      <a:solidFill>
                        <a:srgbClr val="352379"/>
                      </a:solidFill>
                    </a:lnT>
                    <a:lnB w="38160">
                      <a:solidFill>
                        <a:srgbClr val="8c64d8"/>
                      </a:solidFill>
                    </a:lnB>
                    <a:solidFill>
                      <a:srgbClr val="ff9900"/>
                    </a:solidFill>
                  </a:tcPr>
                </a:tc>
                <a:tc>
                  <a:txBody>
                    <a:bodyPr anchor="t">
                      <a:noAutofit/>
                    </a:bodyPr>
                    <a:p>
                      <a:pPr>
                        <a:lnSpc>
                          <a:spcPct val="100000"/>
                        </a:lnSpc>
                        <a:spcBef>
                          <a:spcPts val="479"/>
                        </a:spcBef>
                        <a:buNone/>
                        <a:tabLst>
                          <a:tab algn="l" pos="0"/>
                        </a:tabLst>
                      </a:pPr>
                      <a:r>
                        <a:rPr b="0" lang="ru-RU" sz="2400" spc="-1" strike="noStrike">
                          <a:solidFill>
                            <a:srgbClr val="002060"/>
                          </a:solidFill>
                          <a:latin typeface="Arial"/>
                          <a:ea typeface="Arial"/>
                        </a:rPr>
                        <a:t>5</a:t>
                      </a:r>
                      <a:endParaRPr b="0" lang="ru-RU" sz="2400" spc="-1" strike="noStrike">
                        <a:latin typeface="Arial"/>
                      </a:endParaRPr>
                    </a:p>
                  </a:txBody>
                  <a:tcPr anchor="t" marL="91440" marR="91440">
                    <a:lnL w="12240">
                      <a:solidFill>
                        <a:srgbClr val="352379"/>
                      </a:solidFill>
                    </a:lnL>
                    <a:lnR w="38160">
                      <a:solidFill>
                        <a:srgbClr val="8c64d8"/>
                      </a:solidFill>
                    </a:lnR>
                    <a:lnT w="12240">
                      <a:solidFill>
                        <a:srgbClr val="352379"/>
                      </a:solidFill>
                    </a:lnT>
                    <a:lnB w="38160">
                      <a:solidFill>
                        <a:srgbClr val="8c64d8"/>
                      </a:solidFill>
                    </a:lnB>
                    <a:solidFill>
                      <a:srgbClr val="ff9900"/>
                    </a:solidFill>
                  </a:tcPr>
                </a:tc>
              </a:tr>
            </a:tbl>
          </a:graphicData>
        </a:graphic>
      </p:graphicFrame>
      <p:sp>
        <p:nvSpPr>
          <p:cNvPr id="588" name="Line 21"/>
          <p:cNvSpPr/>
          <p:nvPr/>
        </p:nvSpPr>
        <p:spPr>
          <a:xfrm flipV="1">
            <a:off x="3071520" y="3500280"/>
            <a:ext cx="360" cy="2449440"/>
          </a:xfrm>
          <a:prstGeom prst="line">
            <a:avLst/>
          </a:prstGeom>
          <a:ln w="9525">
            <a:solidFill>
              <a:srgbClr val="352379"/>
            </a:solidFill>
            <a:round/>
            <a:tailEnd len="med" type="triangle" w="med"/>
          </a:ln>
        </p:spPr>
        <p:style>
          <a:lnRef idx="0"/>
          <a:fillRef idx="0"/>
          <a:effectRef idx="0"/>
          <a:fontRef idx="minor"/>
        </p:style>
      </p:sp>
      <p:sp>
        <p:nvSpPr>
          <p:cNvPr id="589" name="Line 22"/>
          <p:cNvSpPr/>
          <p:nvPr/>
        </p:nvSpPr>
        <p:spPr>
          <a:xfrm>
            <a:off x="3071520" y="5949720"/>
            <a:ext cx="2737080" cy="360"/>
          </a:xfrm>
          <a:prstGeom prst="line">
            <a:avLst/>
          </a:prstGeom>
          <a:ln w="9525">
            <a:solidFill>
              <a:srgbClr val="352379"/>
            </a:solidFill>
            <a:round/>
            <a:tailEnd len="med" type="triangle" w="med"/>
          </a:ln>
        </p:spPr>
        <p:style>
          <a:lnRef idx="0"/>
          <a:fillRef idx="0"/>
          <a:effectRef idx="0"/>
          <a:fontRef idx="minor"/>
        </p:style>
      </p:sp>
      <p:sp>
        <p:nvSpPr>
          <p:cNvPr id="590" name="Rectangle 23"/>
          <p:cNvSpPr/>
          <p:nvPr/>
        </p:nvSpPr>
        <p:spPr>
          <a:xfrm>
            <a:off x="2516760" y="3403440"/>
            <a:ext cx="568080" cy="3945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spcBef>
                <a:spcPts val="400"/>
              </a:spcBef>
              <a:buNone/>
            </a:pPr>
            <a:r>
              <a:rPr b="1" lang="en-US" sz="2000" spc="-1" strike="noStrike">
                <a:solidFill>
                  <a:srgbClr val="8c64d8"/>
                </a:solidFill>
                <a:latin typeface="Verdana"/>
                <a:ea typeface="Arial"/>
              </a:rPr>
              <a:t>I</a:t>
            </a:r>
            <a:r>
              <a:rPr b="1" lang="ru-RU" sz="2000" spc="-1" strike="noStrike">
                <a:solidFill>
                  <a:srgbClr val="8c64d8"/>
                </a:solidFill>
                <a:latin typeface="Verdana"/>
                <a:ea typeface="Arial"/>
              </a:rPr>
              <a:t>,А</a:t>
            </a:r>
            <a:endParaRPr b="0" lang="ru-RU" sz="2000" spc="-1" strike="noStrike">
              <a:latin typeface="Arial"/>
            </a:endParaRPr>
          </a:p>
        </p:txBody>
      </p:sp>
      <p:sp>
        <p:nvSpPr>
          <p:cNvPr id="591" name="Rectangle 24"/>
          <p:cNvSpPr/>
          <p:nvPr/>
        </p:nvSpPr>
        <p:spPr>
          <a:xfrm>
            <a:off x="5881320" y="5851440"/>
            <a:ext cx="898920" cy="3945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2000" spc="-1" strike="noStrike">
                <a:solidFill>
                  <a:srgbClr val="8c64d8"/>
                </a:solidFill>
                <a:latin typeface="Verdana"/>
                <a:ea typeface="Arial"/>
              </a:rPr>
              <a:t>R</a:t>
            </a:r>
            <a:r>
              <a:rPr b="1" lang="ru-RU" sz="2000" spc="-1" strike="noStrike">
                <a:solidFill>
                  <a:srgbClr val="8c64d8"/>
                </a:solidFill>
                <a:latin typeface="Verdana"/>
                <a:ea typeface="Arial"/>
              </a:rPr>
              <a:t>,Ом</a:t>
            </a:r>
            <a:endParaRPr b="0" lang="ru-RU" sz="2000" spc="-1" strike="noStrike">
              <a:latin typeface="Arial"/>
            </a:endParaRPr>
          </a:p>
        </p:txBody>
      </p:sp>
      <p:sp>
        <p:nvSpPr>
          <p:cNvPr id="592" name="Line 25"/>
          <p:cNvSpPr/>
          <p:nvPr/>
        </p:nvSpPr>
        <p:spPr>
          <a:xfrm>
            <a:off x="3143160" y="5445000"/>
            <a:ext cx="2448000" cy="360"/>
          </a:xfrm>
          <a:prstGeom prst="line">
            <a:avLst/>
          </a:prstGeom>
          <a:ln w="9525">
            <a:solidFill>
              <a:srgbClr val="352379"/>
            </a:solidFill>
            <a:prstDash val="dash"/>
            <a:round/>
          </a:ln>
        </p:spPr>
        <p:style>
          <a:lnRef idx="0"/>
          <a:fillRef idx="0"/>
          <a:effectRef idx="0"/>
          <a:fontRef idx="minor"/>
        </p:style>
      </p:sp>
      <p:sp>
        <p:nvSpPr>
          <p:cNvPr id="593" name="Line 26"/>
          <p:cNvSpPr/>
          <p:nvPr/>
        </p:nvSpPr>
        <p:spPr>
          <a:xfrm flipV="1">
            <a:off x="3647880" y="4437000"/>
            <a:ext cx="360" cy="1512720"/>
          </a:xfrm>
          <a:prstGeom prst="line">
            <a:avLst/>
          </a:prstGeom>
          <a:ln w="9525">
            <a:solidFill>
              <a:srgbClr val="352379"/>
            </a:solidFill>
            <a:prstDash val="dash"/>
            <a:round/>
          </a:ln>
        </p:spPr>
        <p:style>
          <a:lnRef idx="0"/>
          <a:fillRef idx="0"/>
          <a:effectRef idx="0"/>
          <a:fontRef idx="minor"/>
        </p:style>
      </p:sp>
      <p:sp>
        <p:nvSpPr>
          <p:cNvPr id="594" name="Line 27"/>
          <p:cNvSpPr/>
          <p:nvPr/>
        </p:nvSpPr>
        <p:spPr>
          <a:xfrm>
            <a:off x="3143160" y="4941720"/>
            <a:ext cx="1008000" cy="360"/>
          </a:xfrm>
          <a:prstGeom prst="line">
            <a:avLst/>
          </a:prstGeom>
          <a:ln w="9525">
            <a:solidFill>
              <a:srgbClr val="352379"/>
            </a:solidFill>
            <a:prstDash val="dash"/>
            <a:round/>
          </a:ln>
        </p:spPr>
        <p:style>
          <a:lnRef idx="0"/>
          <a:fillRef idx="0"/>
          <a:effectRef idx="0"/>
          <a:fontRef idx="minor"/>
        </p:style>
      </p:sp>
      <p:sp>
        <p:nvSpPr>
          <p:cNvPr id="595" name="Line 28"/>
          <p:cNvSpPr/>
          <p:nvPr/>
        </p:nvSpPr>
        <p:spPr>
          <a:xfrm flipV="1">
            <a:off x="4151160" y="4941720"/>
            <a:ext cx="360" cy="1008000"/>
          </a:xfrm>
          <a:prstGeom prst="line">
            <a:avLst/>
          </a:prstGeom>
          <a:ln w="9525">
            <a:solidFill>
              <a:srgbClr val="352379"/>
            </a:solidFill>
            <a:prstDash val="dash"/>
            <a:round/>
          </a:ln>
        </p:spPr>
        <p:style>
          <a:lnRef idx="0"/>
          <a:fillRef idx="0"/>
          <a:effectRef idx="0"/>
          <a:fontRef idx="minor"/>
        </p:style>
      </p:sp>
      <p:sp>
        <p:nvSpPr>
          <p:cNvPr id="596" name="Line 29"/>
          <p:cNvSpPr/>
          <p:nvPr/>
        </p:nvSpPr>
        <p:spPr>
          <a:xfrm>
            <a:off x="3143160" y="4437000"/>
            <a:ext cx="504720" cy="360"/>
          </a:xfrm>
          <a:prstGeom prst="line">
            <a:avLst/>
          </a:prstGeom>
          <a:ln w="9525">
            <a:solidFill>
              <a:srgbClr val="352379"/>
            </a:solidFill>
            <a:prstDash val="dash"/>
            <a:round/>
          </a:ln>
        </p:spPr>
        <p:style>
          <a:lnRef idx="0"/>
          <a:fillRef idx="0"/>
          <a:effectRef idx="0"/>
          <a:fontRef idx="minor"/>
        </p:style>
      </p:sp>
      <p:sp>
        <p:nvSpPr>
          <p:cNvPr id="597" name="Line 30"/>
          <p:cNvSpPr/>
          <p:nvPr/>
        </p:nvSpPr>
        <p:spPr>
          <a:xfrm flipV="1">
            <a:off x="5591160" y="5445000"/>
            <a:ext cx="360" cy="504720"/>
          </a:xfrm>
          <a:prstGeom prst="line">
            <a:avLst/>
          </a:prstGeom>
          <a:ln w="9525">
            <a:solidFill>
              <a:srgbClr val="352379"/>
            </a:solidFill>
            <a:prstDash val="dash"/>
            <a:round/>
          </a:ln>
        </p:spPr>
        <p:style>
          <a:lnRef idx="0"/>
          <a:fillRef idx="0"/>
          <a:effectRef idx="0"/>
          <a:fontRef idx="minor"/>
        </p:style>
      </p:sp>
      <p:sp>
        <p:nvSpPr>
          <p:cNvPr id="598" name="Arc 31"/>
          <p:cNvSpPr/>
          <p:nvPr/>
        </p:nvSpPr>
        <p:spPr>
          <a:xfrm rot="10991400">
            <a:off x="3432240" y="3716640"/>
            <a:ext cx="2230200" cy="1655280"/>
          </a:xfrm>
          <a:custGeom>
            <a:avLst/>
            <a:gdLst/>
            <a:ahLst/>
            <a:rect l="l" t="t" r="r" b="b"/>
            <a:pathLst>
              <a:path fill="none" w="21653" h="21600">
                <a:moveTo>
                  <a:pt x="-1" y="1"/>
                </a:moveTo>
                <a:cubicBezTo>
                  <a:pt x="97" y="0"/>
                  <a:pt x="195" y="-1"/>
                  <a:pt x="293" y="0"/>
                </a:cubicBezTo>
                <a:cubicBezTo>
                  <a:pt x="10982" y="0"/>
                  <a:pt x="20064" y="7819"/>
                  <a:pt x="21653" y="18389"/>
                </a:cubicBezTo>
              </a:path>
              <a:path stroke="0" w="21653" h="21600">
                <a:moveTo>
                  <a:pt x="-1" y="1"/>
                </a:moveTo>
                <a:cubicBezTo>
                  <a:pt x="97" y="0"/>
                  <a:pt x="195" y="-1"/>
                  <a:pt x="293" y="0"/>
                </a:cubicBezTo>
                <a:cubicBezTo>
                  <a:pt x="10982" y="0"/>
                  <a:pt x="20064" y="7819"/>
                  <a:pt x="21653" y="18389"/>
                </a:cubicBezTo>
                <a:lnTo>
                  <a:pt x="293" y="21600"/>
                </a:lnTo>
                <a:close/>
              </a:path>
            </a:pathLst>
          </a:custGeom>
          <a:noFill/>
          <a:ln w="38100">
            <a:solidFill>
              <a:srgbClr val="ff3300"/>
            </a:solidFill>
            <a:round/>
          </a:ln>
        </p:spPr>
        <p:style>
          <a:lnRef idx="0"/>
          <a:fillRef idx="0"/>
          <a:effectRef idx="0"/>
          <a:fontRef idx="minor"/>
        </p:style>
      </p:sp>
      <p:sp>
        <p:nvSpPr>
          <p:cNvPr id="599" name="Rectangle 32"/>
          <p:cNvSpPr/>
          <p:nvPr/>
        </p:nvSpPr>
        <p:spPr>
          <a:xfrm>
            <a:off x="2786040" y="5851440"/>
            <a:ext cx="357840" cy="3945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spcBef>
                <a:spcPts val="400"/>
              </a:spcBef>
              <a:buNone/>
            </a:pPr>
            <a:r>
              <a:rPr b="1" lang="en-US" sz="2000" spc="-1" strike="noStrike">
                <a:solidFill>
                  <a:srgbClr val="8c64d8"/>
                </a:solidFill>
                <a:latin typeface="Verdana"/>
                <a:ea typeface="Arial"/>
              </a:rPr>
              <a:t>0</a:t>
            </a:r>
            <a:endParaRPr b="0" lang="ru-RU" sz="2000" spc="-1" strike="noStrike">
              <a:latin typeface="Arial"/>
            </a:endParaRPr>
          </a:p>
        </p:txBody>
      </p:sp>
      <p:sp>
        <p:nvSpPr>
          <p:cNvPr id="600" name="Rectangle 33"/>
          <p:cNvSpPr/>
          <p:nvPr/>
        </p:nvSpPr>
        <p:spPr>
          <a:xfrm>
            <a:off x="2786040" y="4221000"/>
            <a:ext cx="357840" cy="3945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ru-RU" sz="2000" spc="-1" strike="noStrike">
                <a:solidFill>
                  <a:srgbClr val="8c64d8"/>
                </a:solidFill>
                <a:latin typeface="Verdana"/>
                <a:ea typeface="Arial"/>
              </a:rPr>
              <a:t>3</a:t>
            </a:r>
            <a:endParaRPr b="0" lang="ru-RU" sz="2000" spc="-1" strike="noStrike">
              <a:latin typeface="Arial"/>
            </a:endParaRPr>
          </a:p>
        </p:txBody>
      </p:sp>
      <p:sp>
        <p:nvSpPr>
          <p:cNvPr id="601" name="Rectangle 34"/>
          <p:cNvSpPr/>
          <p:nvPr/>
        </p:nvSpPr>
        <p:spPr>
          <a:xfrm>
            <a:off x="2786040" y="4724280"/>
            <a:ext cx="357840" cy="3945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spcBef>
                <a:spcPts val="400"/>
              </a:spcBef>
              <a:buNone/>
            </a:pPr>
            <a:r>
              <a:rPr b="1" lang="ru-RU" sz="2000" spc="-1" strike="noStrike">
                <a:solidFill>
                  <a:srgbClr val="8c64d8"/>
                </a:solidFill>
                <a:latin typeface="Verdana"/>
                <a:ea typeface="Arial"/>
              </a:rPr>
              <a:t>2</a:t>
            </a:r>
            <a:endParaRPr b="0" lang="ru-RU" sz="2000" spc="-1" strike="noStrike">
              <a:latin typeface="Arial"/>
            </a:endParaRPr>
          </a:p>
        </p:txBody>
      </p:sp>
      <p:sp>
        <p:nvSpPr>
          <p:cNvPr id="602" name="Rectangle 35"/>
          <p:cNvSpPr/>
          <p:nvPr/>
        </p:nvSpPr>
        <p:spPr>
          <a:xfrm>
            <a:off x="2786040" y="5229360"/>
            <a:ext cx="357840" cy="3945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ru-RU" sz="2000" spc="-1" strike="noStrike">
                <a:solidFill>
                  <a:srgbClr val="8c64d8"/>
                </a:solidFill>
                <a:latin typeface="Verdana"/>
                <a:ea typeface="Arial"/>
              </a:rPr>
              <a:t>1</a:t>
            </a:r>
            <a:endParaRPr b="0" lang="ru-RU" sz="2000" spc="-1" strike="noStrike">
              <a:latin typeface="Arial"/>
            </a:endParaRPr>
          </a:p>
        </p:txBody>
      </p:sp>
      <p:sp>
        <p:nvSpPr>
          <p:cNvPr id="603" name="Rectangle 36"/>
          <p:cNvSpPr/>
          <p:nvPr/>
        </p:nvSpPr>
        <p:spPr>
          <a:xfrm>
            <a:off x="3435480" y="5877000"/>
            <a:ext cx="357840" cy="3945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ru-RU" sz="2000" spc="-1" strike="noStrike">
                <a:solidFill>
                  <a:srgbClr val="8c64d8"/>
                </a:solidFill>
                <a:latin typeface="Verdana"/>
                <a:ea typeface="Arial"/>
              </a:rPr>
              <a:t>1</a:t>
            </a:r>
            <a:endParaRPr b="0" lang="ru-RU" sz="2000" spc="-1" strike="noStrike">
              <a:latin typeface="Arial"/>
            </a:endParaRPr>
          </a:p>
        </p:txBody>
      </p:sp>
      <p:sp>
        <p:nvSpPr>
          <p:cNvPr id="604" name="Rectangle 37"/>
          <p:cNvSpPr/>
          <p:nvPr/>
        </p:nvSpPr>
        <p:spPr>
          <a:xfrm>
            <a:off x="4011840" y="5877000"/>
            <a:ext cx="357840" cy="3945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ru-RU" sz="2000" spc="-1" strike="noStrike">
                <a:solidFill>
                  <a:srgbClr val="8c64d8"/>
                </a:solidFill>
                <a:latin typeface="Verdana"/>
                <a:ea typeface="Arial"/>
              </a:rPr>
              <a:t>2</a:t>
            </a:r>
            <a:endParaRPr b="0" lang="ru-RU" sz="2000" spc="-1" strike="noStrike">
              <a:latin typeface="Arial"/>
            </a:endParaRPr>
          </a:p>
        </p:txBody>
      </p:sp>
      <p:sp>
        <p:nvSpPr>
          <p:cNvPr id="605" name="Rectangle 38"/>
          <p:cNvSpPr/>
          <p:nvPr/>
        </p:nvSpPr>
        <p:spPr>
          <a:xfrm>
            <a:off x="5378400" y="5877000"/>
            <a:ext cx="357840" cy="3945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ru-RU" sz="2000" spc="-1" strike="noStrike">
                <a:solidFill>
                  <a:srgbClr val="8c64d8"/>
                </a:solidFill>
                <a:latin typeface="Verdana"/>
                <a:ea typeface="Arial"/>
              </a:rPr>
              <a:t>5</a:t>
            </a:r>
            <a:endParaRPr b="0" lang="ru-RU" sz="2000" spc="-1" strike="noStrike">
              <a:latin typeface="Arial"/>
            </a:endParaRPr>
          </a:p>
        </p:txBody>
      </p:sp>
      <p:sp>
        <p:nvSpPr>
          <p:cNvPr id="606" name="Прямоугольник 1"/>
          <p:cNvSpPr/>
          <p:nvPr/>
        </p:nvSpPr>
        <p:spPr>
          <a:xfrm>
            <a:off x="787320" y="87840"/>
            <a:ext cx="1810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1800" spc="-1" strike="noStrike">
                <a:solidFill>
                  <a:srgbClr val="ffffff"/>
                </a:solidFill>
                <a:latin typeface="Montserrat"/>
                <a:ea typeface="Arial"/>
              </a:rPr>
              <a:t>Кафедра ТЭЦ</a:t>
            </a:r>
            <a:endParaRPr b="0" lang="ru-RU" sz="1800" spc="-1" strike="noStrike">
              <a:latin typeface="Arial"/>
            </a:endParaRPr>
          </a:p>
        </p:txBody>
      </p:sp>
    </p:spTree>
  </p:cSld>
  <p:transition advTm="6000">
    <p:cover dir="rd"/>
  </p:transition>
  <p:timing>
    <p:tnLst>
      <p:par>
        <p:cTn id="177" dur="indefinite" restart="never" nodeType="tmRoot">
          <p:childTnLst>
            <p:seq>
              <p:cTn id="178" dur="indefinite" nodeType="mainSeq">
                <p:childTnLst>
                  <p:par>
                    <p:cTn id="179" nodeType="clickEffect" fill="hold">
                      <p:stCondLst>
                        <p:cond delay="indefinite"/>
                      </p:stCondLst>
                      <p:childTnLst>
                        <p:par>
                          <p:cTn id="180" nodeType="withEffect" fill="hold">
                            <p:stCondLst>
                              <p:cond delay="0"/>
                            </p:stCondLst>
                            <p:childTnLst>
                              <p:par>
                                <p:cTn id="181" nodeType="clickEffect" fill="hold" presetClass="entr" presetID="20">
                                  <p:stCondLst>
                                    <p:cond delay="0"/>
                                  </p:stCondLst>
                                  <p:childTnLst>
                                    <p:set>
                                      <p:cBhvr>
                                        <p:cTn id="182" dur="1" fill="hold">
                                          <p:stCondLst>
                                            <p:cond delay="0"/>
                                          </p:stCondLst>
                                        </p:cTn>
                                        <p:tgtEl>
                                          <p:spTgt spid="585"/>
                                        </p:tgtEl>
                                        <p:attrNameLst>
                                          <p:attrName>style.visibility</p:attrName>
                                        </p:attrNameLst>
                                      </p:cBhvr>
                                      <p:to>
                                        <p:strVal val="visible"/>
                                      </p:to>
                                    </p:set>
                                    <p:animEffect filter="wedge" transition="in">
                                      <p:cBhvr additive="repl">
                                        <p:cTn id="183" dur="1000"/>
                                        <p:tgtEl>
                                          <p:spTgt spid="585"/>
                                        </p:tgtEl>
                                      </p:cBhvr>
                                    </p:animEffect>
                                  </p:childTnLst>
                                </p:cTn>
                              </p:par>
                            </p:childTnLst>
                          </p:cTn>
                        </p:par>
                        <p:par>
                          <p:cTn id="184" nodeType="afterEffect" fill="hold">
                            <p:stCondLst>
                              <p:cond delay="1000"/>
                            </p:stCondLst>
                            <p:childTnLst>
                              <p:par>
                                <p:cTn id="185" nodeType="afterEffect" fill="hold" presetClass="entr" presetID="22" presetSubtype="8">
                                  <p:stCondLst>
                                    <p:cond delay="0"/>
                                  </p:stCondLst>
                                  <p:childTnLst>
                                    <p:set>
                                      <p:cBhvr>
                                        <p:cTn id="186" dur="1" fill="hold">
                                          <p:stCondLst>
                                            <p:cond delay="0"/>
                                          </p:stCondLst>
                                        </p:cTn>
                                        <p:tgtEl>
                                          <p:spTgt spid="586">
                                            <p:txEl>
                                              <p:pRg st="0" end="0"/>
                                            </p:txEl>
                                          </p:spTgt>
                                        </p:tgtEl>
                                        <p:attrNameLst>
                                          <p:attrName>style.visibility</p:attrName>
                                        </p:attrNameLst>
                                      </p:cBhvr>
                                      <p:to>
                                        <p:strVal val="visible"/>
                                      </p:to>
                                    </p:set>
                                    <p:animEffect filter="wipe(left)" transition="in">
                                      <p:cBhvr additive="repl">
                                        <p:cTn id="187" dur="500"/>
                                        <p:tgtEl>
                                          <p:spTgt spid="586">
                                            <p:txEl>
                                              <p:pRg st="0" end="0"/>
                                            </p:txEl>
                                          </p:spTgt>
                                        </p:tgtEl>
                                      </p:cBhvr>
                                    </p:animEffect>
                                  </p:childTnLst>
                                </p:cTn>
                              </p:par>
                            </p:childTnLst>
                          </p:cTn>
                        </p:par>
                        <p:par>
                          <p:cTn id="188" nodeType="afterEffect" fill="hold">
                            <p:stCondLst>
                              <p:cond delay="1500"/>
                            </p:stCondLst>
                            <p:childTnLst>
                              <p:par>
                                <p:cTn id="189" nodeType="afterEffect" fill="hold" presetClass="entr" presetID="22" presetSubtype="8">
                                  <p:stCondLst>
                                    <p:cond delay="0"/>
                                  </p:stCondLst>
                                  <p:childTnLst>
                                    <p:set>
                                      <p:cBhvr>
                                        <p:cTn id="190" dur="1" fill="hold">
                                          <p:stCondLst>
                                            <p:cond delay="0"/>
                                          </p:stCondLst>
                                        </p:cTn>
                                        <p:tgtEl>
                                          <p:spTgt spid="586">
                                            <p:txEl>
                                              <p:pRg st="1" end="1"/>
                                            </p:txEl>
                                          </p:spTgt>
                                        </p:tgtEl>
                                        <p:attrNameLst>
                                          <p:attrName>style.visibility</p:attrName>
                                        </p:attrNameLst>
                                      </p:cBhvr>
                                      <p:to>
                                        <p:strVal val="visible"/>
                                      </p:to>
                                    </p:set>
                                    <p:animEffect filter="wipe(left)" transition="in">
                                      <p:cBhvr additive="repl">
                                        <p:cTn id="191" dur="500"/>
                                        <p:tgtEl>
                                          <p:spTgt spid="586">
                                            <p:txEl>
                                              <p:pRg st="1" end="1"/>
                                            </p:txEl>
                                          </p:spTgt>
                                        </p:tgtEl>
                                      </p:cBhvr>
                                    </p:animEffect>
                                  </p:childTnLst>
                                </p:cTn>
                              </p:par>
                            </p:childTnLst>
                          </p:cTn>
                        </p:par>
                        <p:par>
                          <p:cTn id="192" nodeType="afterEffect" fill="hold">
                            <p:stCondLst>
                              <p:cond delay="2000"/>
                            </p:stCondLst>
                            <p:childTnLst>
                              <p:par>
                                <p:cTn id="193" nodeType="afterEffect" fill="hold" presetClass="entr" presetID="22" presetSubtype="8">
                                  <p:stCondLst>
                                    <p:cond delay="0"/>
                                  </p:stCondLst>
                                  <p:childTnLst>
                                    <p:set>
                                      <p:cBhvr>
                                        <p:cTn id="194" dur="1" fill="hold">
                                          <p:stCondLst>
                                            <p:cond delay="0"/>
                                          </p:stCondLst>
                                        </p:cTn>
                                        <p:tgtEl>
                                          <p:spTgt spid="588"/>
                                        </p:tgtEl>
                                        <p:attrNameLst>
                                          <p:attrName>style.visibility</p:attrName>
                                        </p:attrNameLst>
                                      </p:cBhvr>
                                      <p:to>
                                        <p:strVal val="visible"/>
                                      </p:to>
                                    </p:set>
                                    <p:animEffect filter="wipe(left)" transition="in">
                                      <p:cBhvr additive="repl">
                                        <p:cTn id="195" dur="1000"/>
                                        <p:tgtEl>
                                          <p:spTgt spid="588"/>
                                        </p:tgtEl>
                                      </p:cBhvr>
                                    </p:animEffect>
                                  </p:childTnLst>
                                </p:cTn>
                              </p:par>
                              <p:par>
                                <p:cTn id="196" nodeType="withEffect" fill="hold" presetClass="entr" presetID="22" presetSubtype="8">
                                  <p:stCondLst>
                                    <p:cond delay="0"/>
                                  </p:stCondLst>
                                  <p:childTnLst>
                                    <p:set>
                                      <p:cBhvr>
                                        <p:cTn id="197" dur="1" fill="hold">
                                          <p:stCondLst>
                                            <p:cond delay="0"/>
                                          </p:stCondLst>
                                        </p:cTn>
                                        <p:tgtEl>
                                          <p:spTgt spid="589"/>
                                        </p:tgtEl>
                                        <p:attrNameLst>
                                          <p:attrName>style.visibility</p:attrName>
                                        </p:attrNameLst>
                                      </p:cBhvr>
                                      <p:to>
                                        <p:strVal val="visible"/>
                                      </p:to>
                                    </p:set>
                                    <p:animEffect filter="wipe(left)" transition="in">
                                      <p:cBhvr additive="repl">
                                        <p:cTn id="198" dur="500"/>
                                        <p:tgtEl>
                                          <p:spTgt spid="589"/>
                                        </p:tgtEl>
                                      </p:cBhvr>
                                    </p:animEffect>
                                  </p:childTnLst>
                                </p:cTn>
                              </p:par>
                              <p:par>
                                <p:cTn id="199" nodeType="withEffect" fill="hold" presetClass="entr" presetID="22" presetSubtype="8">
                                  <p:stCondLst>
                                    <p:cond delay="0"/>
                                  </p:stCondLst>
                                  <p:childTnLst>
                                    <p:set>
                                      <p:cBhvr>
                                        <p:cTn id="200" dur="1" fill="hold">
                                          <p:stCondLst>
                                            <p:cond delay="0"/>
                                          </p:stCondLst>
                                        </p:cTn>
                                        <p:tgtEl>
                                          <p:spTgt spid="599"/>
                                        </p:tgtEl>
                                        <p:attrNameLst>
                                          <p:attrName>style.visibility</p:attrName>
                                        </p:attrNameLst>
                                      </p:cBhvr>
                                      <p:to>
                                        <p:strVal val="visible"/>
                                      </p:to>
                                    </p:set>
                                    <p:animEffect filter="wipe(left)" transition="in">
                                      <p:cBhvr additive="repl">
                                        <p:cTn id="201" dur="500"/>
                                        <p:tgtEl>
                                          <p:spTgt spid="599"/>
                                        </p:tgtEl>
                                      </p:cBhvr>
                                    </p:animEffect>
                                  </p:childTnLst>
                                </p:cTn>
                              </p:par>
                              <p:par>
                                <p:cTn id="202" nodeType="withEffect" fill="hold" presetClass="entr" presetID="22" presetSubtype="8">
                                  <p:stCondLst>
                                    <p:cond delay="0"/>
                                  </p:stCondLst>
                                  <p:childTnLst>
                                    <p:set>
                                      <p:cBhvr>
                                        <p:cTn id="203" dur="1" fill="hold">
                                          <p:stCondLst>
                                            <p:cond delay="0"/>
                                          </p:stCondLst>
                                        </p:cTn>
                                        <p:tgtEl>
                                          <p:spTgt spid="590"/>
                                        </p:tgtEl>
                                        <p:attrNameLst>
                                          <p:attrName>style.visibility</p:attrName>
                                        </p:attrNameLst>
                                      </p:cBhvr>
                                      <p:to>
                                        <p:strVal val="visible"/>
                                      </p:to>
                                    </p:set>
                                    <p:animEffect filter="wipe(left)" transition="in">
                                      <p:cBhvr additive="repl">
                                        <p:cTn id="204" dur="500"/>
                                        <p:tgtEl>
                                          <p:spTgt spid="590"/>
                                        </p:tgtEl>
                                      </p:cBhvr>
                                    </p:animEffect>
                                  </p:childTnLst>
                                </p:cTn>
                              </p:par>
                              <p:par>
                                <p:cTn id="205" nodeType="withEffect" fill="hold" presetClass="entr" presetID="22" presetSubtype="8">
                                  <p:stCondLst>
                                    <p:cond delay="0"/>
                                  </p:stCondLst>
                                  <p:childTnLst>
                                    <p:set>
                                      <p:cBhvr>
                                        <p:cTn id="206" dur="1" fill="hold">
                                          <p:stCondLst>
                                            <p:cond delay="0"/>
                                          </p:stCondLst>
                                        </p:cTn>
                                        <p:tgtEl>
                                          <p:spTgt spid="591"/>
                                        </p:tgtEl>
                                        <p:attrNameLst>
                                          <p:attrName>style.visibility</p:attrName>
                                        </p:attrNameLst>
                                      </p:cBhvr>
                                      <p:to>
                                        <p:strVal val="visible"/>
                                      </p:to>
                                    </p:set>
                                    <p:animEffect filter="wipe(left)" transition="in">
                                      <p:cBhvr additive="repl">
                                        <p:cTn id="207" dur="500"/>
                                        <p:tgtEl>
                                          <p:spTgt spid="591"/>
                                        </p:tgtEl>
                                      </p:cBhvr>
                                    </p:animEffect>
                                  </p:childTnLst>
                                </p:cTn>
                              </p:par>
                              <p:par>
                                <p:cTn id="208" nodeType="withEffect" fill="hold" presetClass="entr" presetID="22" presetSubtype="8">
                                  <p:stCondLst>
                                    <p:cond delay="0"/>
                                  </p:stCondLst>
                                  <p:childTnLst>
                                    <p:set>
                                      <p:cBhvr>
                                        <p:cTn id="209" dur="1" fill="hold">
                                          <p:stCondLst>
                                            <p:cond delay="0"/>
                                          </p:stCondLst>
                                        </p:cTn>
                                        <p:tgtEl>
                                          <p:spTgt spid="591"/>
                                        </p:tgtEl>
                                        <p:attrNameLst>
                                          <p:attrName>style.visibility</p:attrName>
                                        </p:attrNameLst>
                                      </p:cBhvr>
                                      <p:to>
                                        <p:strVal val="visible"/>
                                      </p:to>
                                    </p:set>
                                    <p:animEffect filter="wipe(left)" transition="in">
                                      <p:cBhvr additive="repl">
                                        <p:cTn id="210" dur="500"/>
                                        <p:tgtEl>
                                          <p:spTgt spid="591"/>
                                        </p:tgtEl>
                                      </p:cBhvr>
                                    </p:animEffect>
                                  </p:childTnLst>
                                </p:cTn>
                              </p:par>
                              <p:par>
                                <p:cTn id="211" nodeType="withEffect" fill="hold" presetClass="entr" presetID="22" presetSubtype="8">
                                  <p:stCondLst>
                                    <p:cond delay="0"/>
                                  </p:stCondLst>
                                  <p:childTnLst>
                                    <p:set>
                                      <p:cBhvr>
                                        <p:cTn id="212" dur="1" fill="hold">
                                          <p:stCondLst>
                                            <p:cond delay="0"/>
                                          </p:stCondLst>
                                        </p:cTn>
                                        <p:tgtEl>
                                          <p:spTgt spid="593"/>
                                        </p:tgtEl>
                                        <p:attrNameLst>
                                          <p:attrName>style.visibility</p:attrName>
                                        </p:attrNameLst>
                                      </p:cBhvr>
                                      <p:to>
                                        <p:strVal val="visible"/>
                                      </p:to>
                                    </p:set>
                                    <p:animEffect filter="wipe(left)" transition="in">
                                      <p:cBhvr additive="repl">
                                        <p:cTn id="213" dur="500"/>
                                        <p:tgtEl>
                                          <p:spTgt spid="593"/>
                                        </p:tgtEl>
                                      </p:cBhvr>
                                    </p:animEffect>
                                  </p:childTnLst>
                                </p:cTn>
                              </p:par>
                              <p:par>
                                <p:cTn id="214" nodeType="withEffect" fill="hold" presetClass="entr" presetID="22" presetSubtype="8">
                                  <p:stCondLst>
                                    <p:cond delay="0"/>
                                  </p:stCondLst>
                                  <p:childTnLst>
                                    <p:set>
                                      <p:cBhvr>
                                        <p:cTn id="215" dur="1" fill="hold">
                                          <p:stCondLst>
                                            <p:cond delay="0"/>
                                          </p:stCondLst>
                                        </p:cTn>
                                        <p:tgtEl>
                                          <p:spTgt spid="596"/>
                                        </p:tgtEl>
                                        <p:attrNameLst>
                                          <p:attrName>style.visibility</p:attrName>
                                        </p:attrNameLst>
                                      </p:cBhvr>
                                      <p:to>
                                        <p:strVal val="visible"/>
                                      </p:to>
                                    </p:set>
                                    <p:animEffect filter="wipe(left)" transition="in">
                                      <p:cBhvr additive="repl">
                                        <p:cTn id="216" dur="500"/>
                                        <p:tgtEl>
                                          <p:spTgt spid="596"/>
                                        </p:tgtEl>
                                      </p:cBhvr>
                                    </p:animEffect>
                                  </p:childTnLst>
                                </p:cTn>
                              </p:par>
                              <p:par>
                                <p:cTn id="217" nodeType="withEffect" fill="hold" presetClass="entr" presetID="22" presetSubtype="8">
                                  <p:stCondLst>
                                    <p:cond delay="0"/>
                                  </p:stCondLst>
                                  <p:childTnLst>
                                    <p:set>
                                      <p:cBhvr>
                                        <p:cTn id="218" dur="1" fill="hold">
                                          <p:stCondLst>
                                            <p:cond delay="0"/>
                                          </p:stCondLst>
                                        </p:cTn>
                                        <p:tgtEl>
                                          <p:spTgt spid="600"/>
                                        </p:tgtEl>
                                        <p:attrNameLst>
                                          <p:attrName>style.visibility</p:attrName>
                                        </p:attrNameLst>
                                      </p:cBhvr>
                                      <p:to>
                                        <p:strVal val="visible"/>
                                      </p:to>
                                    </p:set>
                                    <p:animEffect filter="wipe(left)" transition="in">
                                      <p:cBhvr additive="repl">
                                        <p:cTn id="219" dur="500"/>
                                        <p:tgtEl>
                                          <p:spTgt spid="600"/>
                                        </p:tgtEl>
                                      </p:cBhvr>
                                    </p:animEffect>
                                  </p:childTnLst>
                                </p:cTn>
                              </p:par>
                              <p:par>
                                <p:cTn id="220" nodeType="withEffect" fill="hold" presetClass="entr" presetID="22" presetSubtype="8">
                                  <p:stCondLst>
                                    <p:cond delay="0"/>
                                  </p:stCondLst>
                                  <p:childTnLst>
                                    <p:set>
                                      <p:cBhvr>
                                        <p:cTn id="221" dur="1" fill="hold">
                                          <p:stCondLst>
                                            <p:cond delay="0"/>
                                          </p:stCondLst>
                                        </p:cTn>
                                        <p:tgtEl>
                                          <p:spTgt spid="603"/>
                                        </p:tgtEl>
                                        <p:attrNameLst>
                                          <p:attrName>style.visibility</p:attrName>
                                        </p:attrNameLst>
                                      </p:cBhvr>
                                      <p:to>
                                        <p:strVal val="visible"/>
                                      </p:to>
                                    </p:set>
                                    <p:animEffect filter="wipe(left)" transition="in">
                                      <p:cBhvr additive="repl">
                                        <p:cTn id="222" dur="500"/>
                                        <p:tgtEl>
                                          <p:spTgt spid="603"/>
                                        </p:tgtEl>
                                      </p:cBhvr>
                                    </p:animEffect>
                                  </p:childTnLst>
                                </p:cTn>
                              </p:par>
                              <p:par>
                                <p:cTn id="223" nodeType="withEffect" fill="hold" presetClass="entr" presetID="22" presetSubtype="8">
                                  <p:stCondLst>
                                    <p:cond delay="0"/>
                                  </p:stCondLst>
                                  <p:childTnLst>
                                    <p:set>
                                      <p:cBhvr>
                                        <p:cTn id="224" dur="1" fill="hold">
                                          <p:stCondLst>
                                            <p:cond delay="0"/>
                                          </p:stCondLst>
                                        </p:cTn>
                                        <p:tgtEl>
                                          <p:spTgt spid="595"/>
                                        </p:tgtEl>
                                        <p:attrNameLst>
                                          <p:attrName>style.visibility</p:attrName>
                                        </p:attrNameLst>
                                      </p:cBhvr>
                                      <p:to>
                                        <p:strVal val="visible"/>
                                      </p:to>
                                    </p:set>
                                    <p:animEffect filter="wipe(left)" transition="in">
                                      <p:cBhvr additive="repl">
                                        <p:cTn id="225" dur="500"/>
                                        <p:tgtEl>
                                          <p:spTgt spid="595"/>
                                        </p:tgtEl>
                                      </p:cBhvr>
                                    </p:animEffect>
                                  </p:childTnLst>
                                </p:cTn>
                              </p:par>
                              <p:par>
                                <p:cTn id="226" nodeType="withEffect" fill="hold" presetClass="entr" presetID="22" presetSubtype="8">
                                  <p:stCondLst>
                                    <p:cond delay="0"/>
                                  </p:stCondLst>
                                  <p:childTnLst>
                                    <p:set>
                                      <p:cBhvr>
                                        <p:cTn id="227" dur="1" fill="hold">
                                          <p:stCondLst>
                                            <p:cond delay="0"/>
                                          </p:stCondLst>
                                        </p:cTn>
                                        <p:tgtEl>
                                          <p:spTgt spid="594"/>
                                        </p:tgtEl>
                                        <p:attrNameLst>
                                          <p:attrName>style.visibility</p:attrName>
                                        </p:attrNameLst>
                                      </p:cBhvr>
                                      <p:to>
                                        <p:strVal val="visible"/>
                                      </p:to>
                                    </p:set>
                                    <p:animEffect filter="wipe(left)" transition="in">
                                      <p:cBhvr additive="repl">
                                        <p:cTn id="228" dur="500"/>
                                        <p:tgtEl>
                                          <p:spTgt spid="594"/>
                                        </p:tgtEl>
                                      </p:cBhvr>
                                    </p:animEffect>
                                  </p:childTnLst>
                                </p:cTn>
                              </p:par>
                              <p:par>
                                <p:cTn id="229" nodeType="withEffect" fill="hold" presetClass="entr" presetID="22" presetSubtype="8">
                                  <p:stCondLst>
                                    <p:cond delay="0"/>
                                  </p:stCondLst>
                                  <p:childTnLst>
                                    <p:set>
                                      <p:cBhvr>
                                        <p:cTn id="230" dur="1" fill="hold">
                                          <p:stCondLst>
                                            <p:cond delay="0"/>
                                          </p:stCondLst>
                                        </p:cTn>
                                        <p:tgtEl>
                                          <p:spTgt spid="604"/>
                                        </p:tgtEl>
                                        <p:attrNameLst>
                                          <p:attrName>style.visibility</p:attrName>
                                        </p:attrNameLst>
                                      </p:cBhvr>
                                      <p:to>
                                        <p:strVal val="visible"/>
                                      </p:to>
                                    </p:set>
                                    <p:animEffect filter="wipe(left)" transition="in">
                                      <p:cBhvr additive="repl">
                                        <p:cTn id="231" dur="500"/>
                                        <p:tgtEl>
                                          <p:spTgt spid="604"/>
                                        </p:tgtEl>
                                      </p:cBhvr>
                                    </p:animEffect>
                                  </p:childTnLst>
                                </p:cTn>
                              </p:par>
                              <p:par>
                                <p:cTn id="232" nodeType="withEffect" fill="hold" presetClass="entr" presetID="22" presetSubtype="8">
                                  <p:stCondLst>
                                    <p:cond delay="0"/>
                                  </p:stCondLst>
                                  <p:childTnLst>
                                    <p:set>
                                      <p:cBhvr>
                                        <p:cTn id="233" dur="1" fill="hold">
                                          <p:stCondLst>
                                            <p:cond delay="0"/>
                                          </p:stCondLst>
                                        </p:cTn>
                                        <p:tgtEl>
                                          <p:spTgt spid="601"/>
                                        </p:tgtEl>
                                        <p:attrNameLst>
                                          <p:attrName>style.visibility</p:attrName>
                                        </p:attrNameLst>
                                      </p:cBhvr>
                                      <p:to>
                                        <p:strVal val="visible"/>
                                      </p:to>
                                    </p:set>
                                    <p:animEffect filter="wipe(left)" transition="in">
                                      <p:cBhvr additive="repl">
                                        <p:cTn id="234" dur="500"/>
                                        <p:tgtEl>
                                          <p:spTgt spid="601"/>
                                        </p:tgtEl>
                                      </p:cBhvr>
                                    </p:animEffect>
                                  </p:childTnLst>
                                </p:cTn>
                              </p:par>
                              <p:par>
                                <p:cTn id="235" nodeType="withEffect" fill="hold" presetClass="entr" presetID="22" presetSubtype="8">
                                  <p:stCondLst>
                                    <p:cond delay="0"/>
                                  </p:stCondLst>
                                  <p:childTnLst>
                                    <p:set>
                                      <p:cBhvr>
                                        <p:cTn id="236" dur="1" fill="hold">
                                          <p:stCondLst>
                                            <p:cond delay="0"/>
                                          </p:stCondLst>
                                        </p:cTn>
                                        <p:tgtEl>
                                          <p:spTgt spid="597"/>
                                        </p:tgtEl>
                                        <p:attrNameLst>
                                          <p:attrName>style.visibility</p:attrName>
                                        </p:attrNameLst>
                                      </p:cBhvr>
                                      <p:to>
                                        <p:strVal val="visible"/>
                                      </p:to>
                                    </p:set>
                                    <p:animEffect filter="wipe(left)" transition="in">
                                      <p:cBhvr additive="repl">
                                        <p:cTn id="237" dur="500"/>
                                        <p:tgtEl>
                                          <p:spTgt spid="597"/>
                                        </p:tgtEl>
                                      </p:cBhvr>
                                    </p:animEffect>
                                  </p:childTnLst>
                                </p:cTn>
                              </p:par>
                              <p:par>
                                <p:cTn id="238" nodeType="withEffect" fill="hold" presetClass="entr" presetID="22" presetSubtype="8">
                                  <p:stCondLst>
                                    <p:cond delay="0"/>
                                  </p:stCondLst>
                                  <p:childTnLst>
                                    <p:set>
                                      <p:cBhvr>
                                        <p:cTn id="239" dur="1" fill="hold">
                                          <p:stCondLst>
                                            <p:cond delay="0"/>
                                          </p:stCondLst>
                                        </p:cTn>
                                        <p:tgtEl>
                                          <p:spTgt spid="592"/>
                                        </p:tgtEl>
                                        <p:attrNameLst>
                                          <p:attrName>style.visibility</p:attrName>
                                        </p:attrNameLst>
                                      </p:cBhvr>
                                      <p:to>
                                        <p:strVal val="visible"/>
                                      </p:to>
                                    </p:set>
                                    <p:animEffect filter="wipe(left)" transition="in">
                                      <p:cBhvr additive="repl">
                                        <p:cTn id="240" dur="500"/>
                                        <p:tgtEl>
                                          <p:spTgt spid="592"/>
                                        </p:tgtEl>
                                      </p:cBhvr>
                                    </p:animEffect>
                                  </p:childTnLst>
                                </p:cTn>
                              </p:par>
                              <p:par>
                                <p:cTn id="241" nodeType="withEffect" fill="hold" presetClass="entr" presetID="22" presetSubtype="8">
                                  <p:stCondLst>
                                    <p:cond delay="0"/>
                                  </p:stCondLst>
                                  <p:childTnLst>
                                    <p:set>
                                      <p:cBhvr>
                                        <p:cTn id="242" dur="1" fill="hold">
                                          <p:stCondLst>
                                            <p:cond delay="0"/>
                                          </p:stCondLst>
                                        </p:cTn>
                                        <p:tgtEl>
                                          <p:spTgt spid="602"/>
                                        </p:tgtEl>
                                        <p:attrNameLst>
                                          <p:attrName>style.visibility</p:attrName>
                                        </p:attrNameLst>
                                      </p:cBhvr>
                                      <p:to>
                                        <p:strVal val="visible"/>
                                      </p:to>
                                    </p:set>
                                    <p:animEffect filter="wipe(left)" transition="in">
                                      <p:cBhvr additive="repl">
                                        <p:cTn id="243" dur="500"/>
                                        <p:tgtEl>
                                          <p:spTgt spid="602"/>
                                        </p:tgtEl>
                                      </p:cBhvr>
                                    </p:animEffect>
                                  </p:childTnLst>
                                </p:cTn>
                              </p:par>
                              <p:par>
                                <p:cTn id="244" nodeType="withEffect" fill="hold" presetClass="entr" presetID="22" presetSubtype="8">
                                  <p:stCondLst>
                                    <p:cond delay="0"/>
                                  </p:stCondLst>
                                  <p:childTnLst>
                                    <p:set>
                                      <p:cBhvr>
                                        <p:cTn id="245" dur="1" fill="hold">
                                          <p:stCondLst>
                                            <p:cond delay="0"/>
                                          </p:stCondLst>
                                        </p:cTn>
                                        <p:tgtEl>
                                          <p:spTgt spid="605"/>
                                        </p:tgtEl>
                                        <p:attrNameLst>
                                          <p:attrName>style.visibility</p:attrName>
                                        </p:attrNameLst>
                                      </p:cBhvr>
                                      <p:to>
                                        <p:strVal val="visible"/>
                                      </p:to>
                                    </p:set>
                                    <p:animEffect filter="wipe(left)" transition="in">
                                      <p:cBhvr additive="repl">
                                        <p:cTn id="246" dur="500"/>
                                        <p:tgtEl>
                                          <p:spTgt spid="605"/>
                                        </p:tgtEl>
                                      </p:cBhvr>
                                    </p:animEffect>
                                  </p:childTnLst>
                                </p:cTn>
                              </p:par>
                            </p:childTnLst>
                          </p:cTn>
                        </p:par>
                        <p:par>
                          <p:cTn id="247" nodeType="afterEffect" fill="hold">
                            <p:stCondLst>
                              <p:cond delay="3000"/>
                            </p:stCondLst>
                            <p:childTnLst>
                              <p:par>
                                <p:cTn id="248" nodeType="afterEffect" fill="hold" presetClass="entr" presetID="22" presetSubtype="1">
                                  <p:stCondLst>
                                    <p:cond delay="0"/>
                                  </p:stCondLst>
                                  <p:childTnLst>
                                    <p:set>
                                      <p:cBhvr>
                                        <p:cTn id="249" dur="1" fill="hold">
                                          <p:stCondLst>
                                            <p:cond delay="0"/>
                                          </p:stCondLst>
                                        </p:cTn>
                                        <p:tgtEl>
                                          <p:spTgt spid="598"/>
                                        </p:tgtEl>
                                        <p:attrNameLst>
                                          <p:attrName>style.visibility</p:attrName>
                                        </p:attrNameLst>
                                      </p:cBhvr>
                                      <p:to>
                                        <p:strVal val="visible"/>
                                      </p:to>
                                    </p:set>
                                    <p:animEffect filter="wipe(up)" transition="in">
                                      <p:cBhvr additive="repl">
                                        <p:cTn id="250" dur="500"/>
                                        <p:tgtEl>
                                          <p:spTgt spid="598"/>
                                        </p:tgtEl>
                                      </p:cBhvr>
                                    </p:animEffect>
                                  </p:childTnLst>
                                </p:cTn>
                              </p:par>
                            </p:childTnLst>
                          </p:cTn>
                        </p:par>
                        <p:par>
                          <p:cTn id="251" nodeType="afterEffect" fill="hold">
                            <p:stCondLst>
                              <p:cond delay="3500"/>
                            </p:stCondLst>
                            <p:childTnLst>
                              <p:par>
                                <p:cTn id="252" nodeType="afterEffect" fill="hold" presetClass="entr" presetID="22" presetSubtype="8">
                                  <p:stCondLst>
                                    <p:cond delay="0"/>
                                  </p:stCondLst>
                                  <p:childTnLst>
                                    <p:set>
                                      <p:cBhvr>
                                        <p:cTn id="253" dur="1" fill="hold">
                                          <p:stCondLst>
                                            <p:cond delay="0"/>
                                          </p:stCondLst>
                                        </p:cTn>
                                        <p:tgtEl>
                                          <p:spTgt spid="587"/>
                                        </p:tgtEl>
                                        <p:attrNameLst>
                                          <p:attrName>style.visibility</p:attrName>
                                        </p:attrNameLst>
                                      </p:cBhvr>
                                      <p:to>
                                        <p:strVal val="visible"/>
                                      </p:to>
                                    </p:set>
                                    <p:animEffect filter="wipe(left)" transition="in">
                                      <p:cBhvr additive="repl">
                                        <p:cTn id="254" dur="500"/>
                                        <p:tgtEl>
                                          <p:spTgt spid="5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PlaceHolder 1"/>
          <p:cNvSpPr>
            <a:spLocks noGrp="1"/>
          </p:cNvSpPr>
          <p:nvPr>
            <p:ph type="sldNum" idx="24"/>
          </p:nvPr>
        </p:nvSpPr>
        <p:spPr>
          <a:xfrm>
            <a:off x="8969400" y="6350760"/>
            <a:ext cx="2857320" cy="364680"/>
          </a:xfrm>
          <a:prstGeom prst="rect">
            <a:avLst/>
          </a:prstGeom>
          <a:noFill/>
          <a:ln w="0">
            <a:noFill/>
          </a:ln>
        </p:spPr>
        <p:txBody>
          <a:bodyPr anchor="ctr">
            <a:noAutofit/>
          </a:bodyPr>
          <a:lstStyle>
            <a:lvl1pPr algn="r">
              <a:lnSpc>
                <a:spcPct val="100000"/>
              </a:lnSpc>
              <a:buNone/>
              <a:defRPr b="1" lang="ru-RU" sz="1200" spc="-1" strike="noStrike">
                <a:solidFill>
                  <a:srgbClr val="908da8"/>
                </a:solidFill>
                <a:latin typeface="Arial Black"/>
                <a:ea typeface="Arial"/>
              </a:defRPr>
            </a:lvl1pPr>
          </a:lstStyle>
          <a:p>
            <a:pPr algn="r">
              <a:lnSpc>
                <a:spcPct val="100000"/>
              </a:lnSpc>
              <a:buNone/>
            </a:pPr>
            <a:fld id="{DDC087D2-179C-48AD-8217-7AB04DC65508}" type="slidenum">
              <a:rPr b="1" lang="ru-RU" sz="1200" spc="-1" strike="noStrike">
                <a:solidFill>
                  <a:srgbClr val="908da8"/>
                </a:solidFill>
                <a:latin typeface="Arial Black"/>
                <a:ea typeface="Arial"/>
              </a:rPr>
              <a:t>&lt;номер&gt;</a:t>
            </a:fld>
            <a:endParaRPr b="0" lang="ru-RU" sz="1200" spc="-1" strike="noStrike">
              <a:latin typeface="Times New Roman"/>
            </a:endParaRPr>
          </a:p>
        </p:txBody>
      </p:sp>
      <p:sp>
        <p:nvSpPr>
          <p:cNvPr id="608" name="PlaceHolder 2"/>
          <p:cNvSpPr>
            <a:spLocks noGrp="1"/>
          </p:cNvSpPr>
          <p:nvPr>
            <p:ph/>
          </p:nvPr>
        </p:nvSpPr>
        <p:spPr>
          <a:xfrm>
            <a:off x="2063880" y="1268280"/>
            <a:ext cx="8373600" cy="649080"/>
          </a:xfrm>
          <a:prstGeom prst="rect">
            <a:avLst/>
          </a:prstGeom>
          <a:noFill/>
          <a:ln w="0">
            <a:noFill/>
          </a:ln>
        </p:spPr>
        <p:txBody>
          <a:bodyPr anchor="t">
            <a:noAutofit/>
          </a:bodyPr>
          <a:p>
            <a:pPr>
              <a:lnSpc>
                <a:spcPct val="90000"/>
              </a:lnSpc>
              <a:spcBef>
                <a:spcPts val="1001"/>
              </a:spcBef>
              <a:buNone/>
              <a:tabLst>
                <a:tab algn="l" pos="0"/>
              </a:tabLst>
            </a:pPr>
            <a:r>
              <a:rPr b="1" lang="ru-RU" sz="3600" spc="-1" strike="noStrike">
                <a:solidFill>
                  <a:srgbClr val="352379"/>
                </a:solidFill>
                <a:latin typeface="Montserrat"/>
                <a:ea typeface="Arial"/>
              </a:rPr>
              <a:t>Закон Ома</a:t>
            </a:r>
            <a:endParaRPr b="0" lang="ru-RU" sz="3600" spc="-1" strike="noStrike">
              <a:solidFill>
                <a:srgbClr val="352379"/>
              </a:solidFill>
              <a:latin typeface="Montserrat"/>
            </a:endParaRPr>
          </a:p>
        </p:txBody>
      </p:sp>
      <p:sp>
        <p:nvSpPr>
          <p:cNvPr id="609" name="Rectangle 4"/>
          <p:cNvSpPr/>
          <p:nvPr/>
        </p:nvSpPr>
        <p:spPr>
          <a:xfrm>
            <a:off x="1523880" y="3034800"/>
            <a:ext cx="184320" cy="369000"/>
          </a:xfrm>
          <a:prstGeom prst="rect">
            <a:avLst/>
          </a:prstGeom>
          <a:noFill/>
          <a:ln w="0">
            <a:noFill/>
          </a:ln>
        </p:spPr>
        <p:style>
          <a:lnRef idx="0"/>
          <a:fillRef idx="0"/>
          <a:effectRef idx="0"/>
          <a:fontRef idx="minor"/>
        </p:style>
      </p:sp>
      <p:sp>
        <p:nvSpPr>
          <p:cNvPr id="610" name="Rectangle 5"/>
          <p:cNvSpPr/>
          <p:nvPr/>
        </p:nvSpPr>
        <p:spPr>
          <a:xfrm>
            <a:off x="1523880" y="3049200"/>
            <a:ext cx="184320" cy="369000"/>
          </a:xfrm>
          <a:prstGeom prst="rect">
            <a:avLst/>
          </a:prstGeom>
          <a:noFill/>
          <a:ln w="0">
            <a:noFill/>
          </a:ln>
        </p:spPr>
        <p:style>
          <a:lnRef idx="0"/>
          <a:fillRef idx="0"/>
          <a:effectRef idx="0"/>
          <a:fontRef idx="minor"/>
        </p:style>
      </p:sp>
      <p:sp>
        <p:nvSpPr>
          <p:cNvPr id="611" name="Rectangle 6"/>
          <p:cNvSpPr/>
          <p:nvPr/>
        </p:nvSpPr>
        <p:spPr>
          <a:xfrm>
            <a:off x="1523880" y="-184680"/>
            <a:ext cx="184320" cy="369000"/>
          </a:xfrm>
          <a:prstGeom prst="rect">
            <a:avLst/>
          </a:prstGeom>
          <a:noFill/>
          <a:ln w="0">
            <a:noFill/>
          </a:ln>
        </p:spPr>
        <p:style>
          <a:lnRef idx="0"/>
          <a:fillRef idx="0"/>
          <a:effectRef idx="0"/>
          <a:fontRef idx="minor"/>
        </p:style>
      </p:sp>
      <p:sp>
        <p:nvSpPr>
          <p:cNvPr id="612" name="Rectangle 7"/>
          <p:cNvSpPr/>
          <p:nvPr/>
        </p:nvSpPr>
        <p:spPr>
          <a:xfrm>
            <a:off x="1523880" y="3001320"/>
            <a:ext cx="184320" cy="369000"/>
          </a:xfrm>
          <a:prstGeom prst="rect">
            <a:avLst/>
          </a:prstGeom>
          <a:noFill/>
          <a:ln w="0">
            <a:noFill/>
          </a:ln>
        </p:spPr>
        <p:style>
          <a:lnRef idx="0"/>
          <a:fillRef idx="0"/>
          <a:effectRef idx="0"/>
          <a:fontRef idx="minor"/>
        </p:style>
      </p:sp>
      <p:sp>
        <p:nvSpPr>
          <p:cNvPr id="613" name="Rectangle 8"/>
          <p:cNvSpPr/>
          <p:nvPr/>
        </p:nvSpPr>
        <p:spPr>
          <a:xfrm>
            <a:off x="1523880" y="3049200"/>
            <a:ext cx="184320" cy="369000"/>
          </a:xfrm>
          <a:prstGeom prst="rect">
            <a:avLst/>
          </a:prstGeom>
          <a:noFill/>
          <a:ln w="0">
            <a:noFill/>
          </a:ln>
        </p:spPr>
        <p:style>
          <a:lnRef idx="0"/>
          <a:fillRef idx="0"/>
          <a:effectRef idx="0"/>
          <a:fontRef idx="minor"/>
        </p:style>
      </p:sp>
      <p:sp>
        <p:nvSpPr>
          <p:cNvPr id="614" name="Rectangle 9"/>
          <p:cNvSpPr/>
          <p:nvPr/>
        </p:nvSpPr>
        <p:spPr>
          <a:xfrm>
            <a:off x="1523880" y="3049200"/>
            <a:ext cx="184320" cy="369000"/>
          </a:xfrm>
          <a:prstGeom prst="rect">
            <a:avLst/>
          </a:prstGeom>
          <a:noFill/>
          <a:ln w="0">
            <a:noFill/>
          </a:ln>
        </p:spPr>
        <p:style>
          <a:lnRef idx="0"/>
          <a:fillRef idx="0"/>
          <a:effectRef idx="0"/>
          <a:fontRef idx="minor"/>
        </p:style>
      </p:sp>
      <p:sp>
        <p:nvSpPr>
          <p:cNvPr id="615" name="Rectangle 10"/>
          <p:cNvSpPr/>
          <p:nvPr/>
        </p:nvSpPr>
        <p:spPr>
          <a:xfrm>
            <a:off x="1523880" y="3049200"/>
            <a:ext cx="184320" cy="369000"/>
          </a:xfrm>
          <a:prstGeom prst="rect">
            <a:avLst/>
          </a:prstGeom>
          <a:noFill/>
          <a:ln w="0">
            <a:noFill/>
          </a:ln>
        </p:spPr>
        <p:style>
          <a:lnRef idx="0"/>
          <a:fillRef idx="0"/>
          <a:effectRef idx="0"/>
          <a:fontRef idx="minor"/>
        </p:style>
      </p:sp>
      <p:sp>
        <p:nvSpPr>
          <p:cNvPr id="616" name="Rectangle 11"/>
          <p:cNvSpPr/>
          <p:nvPr/>
        </p:nvSpPr>
        <p:spPr>
          <a:xfrm>
            <a:off x="1523880" y="3028320"/>
            <a:ext cx="184320" cy="369000"/>
          </a:xfrm>
          <a:prstGeom prst="rect">
            <a:avLst/>
          </a:prstGeom>
          <a:noFill/>
          <a:ln w="0">
            <a:noFill/>
          </a:ln>
        </p:spPr>
        <p:style>
          <a:lnRef idx="0"/>
          <a:fillRef idx="0"/>
          <a:effectRef idx="0"/>
          <a:fontRef idx="minor"/>
        </p:style>
      </p:sp>
      <p:sp>
        <p:nvSpPr>
          <p:cNvPr id="617" name="Rectangle 12"/>
          <p:cNvSpPr/>
          <p:nvPr/>
        </p:nvSpPr>
        <p:spPr>
          <a:xfrm>
            <a:off x="1523880" y="3028320"/>
            <a:ext cx="184320" cy="369000"/>
          </a:xfrm>
          <a:prstGeom prst="rect">
            <a:avLst/>
          </a:prstGeom>
          <a:noFill/>
          <a:ln w="0">
            <a:noFill/>
          </a:ln>
        </p:spPr>
        <p:style>
          <a:lnRef idx="0"/>
          <a:fillRef idx="0"/>
          <a:effectRef idx="0"/>
          <a:fontRef idx="minor"/>
        </p:style>
      </p:sp>
      <p:sp>
        <p:nvSpPr>
          <p:cNvPr id="618" name="Rectangle 13"/>
          <p:cNvSpPr/>
          <p:nvPr/>
        </p:nvSpPr>
        <p:spPr>
          <a:xfrm>
            <a:off x="1523880" y="3028320"/>
            <a:ext cx="184320" cy="369000"/>
          </a:xfrm>
          <a:prstGeom prst="rect">
            <a:avLst/>
          </a:prstGeom>
          <a:noFill/>
          <a:ln w="0">
            <a:noFill/>
          </a:ln>
        </p:spPr>
        <p:style>
          <a:lnRef idx="0"/>
          <a:fillRef idx="0"/>
          <a:effectRef idx="0"/>
          <a:fontRef idx="minor"/>
        </p:style>
      </p:sp>
      <p:pic>
        <p:nvPicPr>
          <p:cNvPr id="619" name="Рисунок 1" descr=""/>
          <p:cNvPicPr/>
          <p:nvPr/>
        </p:nvPicPr>
        <p:blipFill>
          <a:blip r:embed="rId1"/>
          <a:stretch/>
        </p:blipFill>
        <p:spPr>
          <a:xfrm>
            <a:off x="5516640" y="1052640"/>
            <a:ext cx="2592000" cy="1545840"/>
          </a:xfrm>
          <a:prstGeom prst="rect">
            <a:avLst/>
          </a:prstGeom>
          <a:ln w="0">
            <a:noFill/>
          </a:ln>
        </p:spPr>
      </p:pic>
      <p:sp>
        <p:nvSpPr>
          <p:cNvPr id="620" name="Прямоугольник 2"/>
          <p:cNvSpPr/>
          <p:nvPr/>
        </p:nvSpPr>
        <p:spPr>
          <a:xfrm>
            <a:off x="441360" y="2203200"/>
            <a:ext cx="11185920" cy="39891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3200" spc="-1" strike="noStrike">
                <a:solidFill>
                  <a:srgbClr val="352379"/>
                </a:solidFill>
                <a:latin typeface="Times New Roman"/>
                <a:ea typeface="Arial"/>
              </a:rPr>
              <a:t>где:</a:t>
            </a:r>
            <a:endParaRPr b="0" lang="ru-RU" sz="3200" spc="-1" strike="noStrike">
              <a:latin typeface="Arial"/>
            </a:endParaRPr>
          </a:p>
          <a:p>
            <a:pPr>
              <a:lnSpc>
                <a:spcPct val="100000"/>
              </a:lnSpc>
              <a:buNone/>
            </a:pPr>
            <a:r>
              <a:rPr b="0" lang="ru-RU" sz="3200" spc="-1" strike="noStrike">
                <a:solidFill>
                  <a:srgbClr val="352379"/>
                </a:solidFill>
                <a:latin typeface="Times New Roman"/>
                <a:ea typeface="Arial"/>
              </a:rPr>
              <a:t>I – сила тока на участке цепи, Ампер (А)</a:t>
            </a:r>
            <a:endParaRPr b="0" lang="ru-RU" sz="3200" spc="-1" strike="noStrike">
              <a:latin typeface="Arial"/>
            </a:endParaRPr>
          </a:p>
          <a:p>
            <a:pPr>
              <a:lnSpc>
                <a:spcPct val="100000"/>
              </a:lnSpc>
              <a:buNone/>
            </a:pPr>
            <a:r>
              <a:rPr b="0" lang="ru-RU" sz="3200" spc="-1" strike="noStrike">
                <a:solidFill>
                  <a:srgbClr val="352379"/>
                </a:solidFill>
                <a:latin typeface="Times New Roman"/>
                <a:ea typeface="Arial"/>
              </a:rPr>
              <a:t>U–напряжение, приложенное к этому участку, Вольт (В)</a:t>
            </a:r>
            <a:endParaRPr b="0" lang="ru-RU" sz="3200" spc="-1" strike="noStrike">
              <a:latin typeface="Arial"/>
            </a:endParaRPr>
          </a:p>
          <a:p>
            <a:pPr>
              <a:lnSpc>
                <a:spcPct val="100000"/>
              </a:lnSpc>
              <a:buNone/>
            </a:pPr>
            <a:r>
              <a:rPr b="0" lang="ru-RU" sz="3200" spc="-1" strike="noStrike">
                <a:solidFill>
                  <a:srgbClr val="352379"/>
                </a:solidFill>
                <a:latin typeface="Times New Roman"/>
                <a:ea typeface="Arial"/>
              </a:rPr>
              <a:t>R-сопротивление, Ом</a:t>
            </a:r>
            <a:endParaRPr b="0" lang="ru-RU" sz="3200" spc="-1" strike="noStrike">
              <a:latin typeface="Arial"/>
            </a:endParaRPr>
          </a:p>
          <a:p>
            <a:pPr>
              <a:lnSpc>
                <a:spcPct val="100000"/>
              </a:lnSpc>
              <a:buNone/>
            </a:pPr>
            <a:r>
              <a:rPr b="0" lang="ru-RU" sz="3200" spc="-1" strike="noStrike">
                <a:solidFill>
                  <a:srgbClr val="352379"/>
                </a:solidFill>
                <a:latin typeface="Times New Roman"/>
                <a:ea typeface="Arial"/>
              </a:rPr>
              <a:t>Выражение является законом Ома для участка цепи: сила тока на участке цепи прямо пропорциональна напряжению, приложенному к этому участку.</a:t>
            </a:r>
            <a:endParaRPr b="0" lang="ru-RU" sz="3200" spc="-1" strike="noStrike">
              <a:latin typeface="Arial"/>
            </a:endParaRPr>
          </a:p>
          <a:p>
            <a:pPr>
              <a:lnSpc>
                <a:spcPct val="100000"/>
              </a:lnSpc>
              <a:buNone/>
            </a:pPr>
            <a:r>
              <a:rPr b="0" lang="ru-RU" sz="3200" spc="-1" strike="noStrike">
                <a:solidFill>
                  <a:srgbClr val="352379"/>
                </a:solidFill>
                <a:latin typeface="Times New Roman"/>
                <a:ea typeface="Arial"/>
              </a:rPr>
              <a:t>Закон Ома справедлив для линейных цепей (R = const)</a:t>
            </a:r>
            <a:endParaRPr b="0" lang="ru-RU" sz="3200" spc="-1" strike="noStrike">
              <a:latin typeface="Arial"/>
            </a:endParaRPr>
          </a:p>
        </p:txBody>
      </p:sp>
      <p:sp>
        <p:nvSpPr>
          <p:cNvPr id="621" name="Текст 11"/>
          <p:cNvSpPr/>
          <p:nvPr/>
        </p:nvSpPr>
        <p:spPr>
          <a:xfrm>
            <a:off x="479520" y="149400"/>
            <a:ext cx="9940680" cy="2761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buNone/>
              <a:tabLst>
                <a:tab algn="l" pos="0"/>
              </a:tabLst>
            </a:pPr>
            <a:r>
              <a:rPr b="0" lang="ru-RU" sz="2800" spc="-1" strike="noStrike">
                <a:solidFill>
                  <a:srgbClr val="ffffff"/>
                </a:solidFill>
                <a:latin typeface="Montserrat"/>
                <a:ea typeface="Arial"/>
              </a:rPr>
              <a:t>Кафедра ТЭЦ</a:t>
            </a:r>
            <a:endParaRPr b="0" lang="ru-RU" sz="28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title"/>
          </p:nvPr>
        </p:nvSpPr>
        <p:spPr>
          <a:xfrm>
            <a:off x="344880" y="664200"/>
            <a:ext cx="10898640" cy="1002960"/>
          </a:xfrm>
          <a:prstGeom prst="rect">
            <a:avLst/>
          </a:prstGeom>
          <a:noFill/>
          <a:ln w="0">
            <a:noFill/>
          </a:ln>
        </p:spPr>
        <p:txBody>
          <a:bodyPr anchor="t">
            <a:noAutofit/>
          </a:bodyPr>
          <a:p>
            <a:pPr algn="ctr">
              <a:lnSpc>
                <a:spcPct val="100000"/>
              </a:lnSpc>
              <a:buNone/>
            </a:pPr>
            <a:r>
              <a:rPr b="1" lang="ru-RU" sz="2600" spc="-1" strike="noStrike">
                <a:solidFill>
                  <a:srgbClr val="352379"/>
                </a:solidFill>
                <a:latin typeface="Times New Roman"/>
                <a:ea typeface="Arial"/>
              </a:rPr>
              <a:t>Законы, описывающие работу электрической цепи</a:t>
            </a:r>
            <a:br>
              <a:rPr sz="2600"/>
            </a:br>
            <a:r>
              <a:rPr b="1" lang="ru-RU" sz="3200" spc="-1" strike="noStrike">
                <a:solidFill>
                  <a:srgbClr val="352379"/>
                </a:solidFill>
                <a:latin typeface="Times New Roman"/>
                <a:ea typeface="Arial"/>
              </a:rPr>
              <a:t>Законы Ома</a:t>
            </a:r>
            <a:endParaRPr b="0" lang="ru-RU" sz="3200" spc="-1" strike="noStrike">
              <a:solidFill>
                <a:srgbClr val="352379"/>
              </a:solidFill>
              <a:latin typeface="Montserrat"/>
            </a:endParaRPr>
          </a:p>
        </p:txBody>
      </p:sp>
      <p:sp>
        <p:nvSpPr>
          <p:cNvPr id="623" name="PlaceHolder 2"/>
          <p:cNvSpPr>
            <a:spLocks noGrp="1"/>
          </p:cNvSpPr>
          <p:nvPr>
            <p:ph/>
          </p:nvPr>
        </p:nvSpPr>
        <p:spPr>
          <a:xfrm>
            <a:off x="344880" y="1874880"/>
            <a:ext cx="10401120" cy="2679480"/>
          </a:xfrm>
          <a:prstGeom prst="rect">
            <a:avLst/>
          </a:prstGeom>
          <a:noFill/>
          <a:ln w="0">
            <a:noFill/>
          </a:ln>
        </p:spPr>
        <p:txBody>
          <a:bodyPr anchor="t">
            <a:normAutofit fontScale="79000"/>
          </a:bodyPr>
          <a:p>
            <a:pPr>
              <a:lnSpc>
                <a:spcPct val="90000"/>
              </a:lnSpc>
              <a:spcBef>
                <a:spcPts val="1001"/>
              </a:spcBef>
              <a:buNone/>
              <a:tabLst>
                <a:tab algn="l" pos="0"/>
              </a:tabLst>
            </a:pPr>
            <a:r>
              <a:rPr b="0" lang="ru-RU" sz="4000" spc="-1" strike="noStrike">
                <a:solidFill>
                  <a:srgbClr val="352379"/>
                </a:solidFill>
                <a:latin typeface="Montserrat"/>
                <a:ea typeface="Arial"/>
              </a:rPr>
              <a:t>Закон Ома для участка цепи </a:t>
            </a:r>
            <a:endParaRPr b="0" lang="ru-RU" sz="4000" spc="-1" strike="noStrike">
              <a:solidFill>
                <a:srgbClr val="352379"/>
              </a:solidFill>
              <a:latin typeface="Montserrat"/>
            </a:endParaRPr>
          </a:p>
          <a:p>
            <a:pPr>
              <a:lnSpc>
                <a:spcPct val="90000"/>
              </a:lnSpc>
              <a:spcBef>
                <a:spcPts val="1001"/>
              </a:spcBef>
              <a:buNone/>
              <a:tabLst>
                <a:tab algn="l" pos="0"/>
              </a:tabLst>
            </a:pPr>
            <a:endParaRPr b="0" lang="ru-RU" sz="4000" spc="-1" strike="noStrike">
              <a:solidFill>
                <a:srgbClr val="352379"/>
              </a:solidFill>
              <a:latin typeface="Montserrat"/>
            </a:endParaRPr>
          </a:p>
          <a:p>
            <a:pPr>
              <a:lnSpc>
                <a:spcPct val="90000"/>
              </a:lnSpc>
              <a:spcBef>
                <a:spcPts val="1001"/>
              </a:spcBef>
              <a:buNone/>
              <a:tabLst>
                <a:tab algn="l" pos="0"/>
              </a:tabLst>
            </a:pPr>
            <a:r>
              <a:rPr b="0" lang="ru-RU" sz="4000" spc="-1" strike="noStrike">
                <a:solidFill>
                  <a:srgbClr val="352379"/>
                </a:solidFill>
                <a:latin typeface="Montserrat"/>
                <a:ea typeface="Arial"/>
              </a:rPr>
              <a:t>Обобщенный закон Ома для активной ветви </a:t>
            </a:r>
            <a:endParaRPr b="0" lang="ru-RU" sz="4000" spc="-1" strike="noStrike">
              <a:solidFill>
                <a:srgbClr val="352379"/>
              </a:solidFill>
              <a:latin typeface="Montserrat"/>
            </a:endParaRPr>
          </a:p>
          <a:p>
            <a:pPr>
              <a:lnSpc>
                <a:spcPct val="90000"/>
              </a:lnSpc>
              <a:spcBef>
                <a:spcPts val="1001"/>
              </a:spcBef>
              <a:buNone/>
              <a:tabLst>
                <a:tab algn="l" pos="0"/>
              </a:tabLst>
            </a:pPr>
            <a:endParaRPr b="0" lang="ru-RU" sz="4000" spc="-1" strike="noStrike">
              <a:solidFill>
                <a:srgbClr val="352379"/>
              </a:solidFill>
              <a:latin typeface="Montserrat"/>
            </a:endParaRPr>
          </a:p>
          <a:p>
            <a:pPr>
              <a:lnSpc>
                <a:spcPct val="90000"/>
              </a:lnSpc>
              <a:spcBef>
                <a:spcPts val="1001"/>
              </a:spcBef>
              <a:buNone/>
              <a:tabLst>
                <a:tab algn="l" pos="0"/>
              </a:tabLst>
            </a:pPr>
            <a:r>
              <a:rPr b="0" lang="ru-RU" sz="4000" spc="-1" strike="noStrike">
                <a:solidFill>
                  <a:srgbClr val="352379"/>
                </a:solidFill>
                <a:latin typeface="Montserrat"/>
                <a:ea typeface="Arial"/>
              </a:rPr>
              <a:t>Закон Ома для полной цепи </a:t>
            </a:r>
            <a:endParaRPr b="0" lang="ru-RU" sz="4000" spc="-1" strike="noStrike">
              <a:solidFill>
                <a:srgbClr val="352379"/>
              </a:solidFill>
              <a:latin typeface="Montserrat"/>
            </a:endParaRPr>
          </a:p>
        </p:txBody>
      </p:sp>
      <p:sp>
        <p:nvSpPr>
          <p:cNvPr id="624" name="Rectangle 5"/>
          <p:cNvSpPr/>
          <p:nvPr/>
        </p:nvSpPr>
        <p:spPr>
          <a:xfrm>
            <a:off x="1523880" y="-184680"/>
            <a:ext cx="184320" cy="369000"/>
          </a:xfrm>
          <a:prstGeom prst="rect">
            <a:avLst/>
          </a:prstGeom>
          <a:noFill/>
          <a:ln w="0">
            <a:noFill/>
          </a:ln>
        </p:spPr>
        <p:style>
          <a:lnRef idx="0"/>
          <a:fillRef idx="0"/>
          <a:effectRef idx="0"/>
          <a:fontRef idx="minor"/>
        </p:style>
      </p:sp>
      <p:graphicFrame>
        <p:nvGraphicFramePr>
          <p:cNvPr id="625" name="Object 4"/>
          <p:cNvGraphicFramePr/>
          <p:nvPr/>
        </p:nvGraphicFramePr>
        <p:xfrm>
          <a:off x="10091520" y="1597680"/>
          <a:ext cx="1152000" cy="1074240"/>
        </p:xfrm>
        <a:graphic>
          <a:graphicData uri="http://schemas.openxmlformats.org/presentationml/2006/ole">
            <p:oleObj progId="Equation.3" r:id="rId1" spid="">
              <p:embed/>
              <p:pic>
                <p:nvPicPr>
                  <p:cNvPr id="626" name="Object 4" descr=""/>
                  <p:cNvPicPr/>
                  <p:nvPr/>
                </p:nvPicPr>
                <p:blipFill>
                  <a:blip r:embed="rId2"/>
                  <a:stretch/>
                </p:blipFill>
                <p:spPr>
                  <a:xfrm>
                    <a:off x="10091520" y="1597680"/>
                    <a:ext cx="1152000" cy="1074240"/>
                  </a:xfrm>
                  <a:prstGeom prst="rect">
                    <a:avLst/>
                  </a:prstGeom>
                  <a:ln w="0">
                    <a:noFill/>
                  </a:ln>
                </p:spPr>
              </p:pic>
            </p:oleObj>
          </a:graphicData>
        </a:graphic>
      </p:graphicFrame>
      <p:sp>
        <p:nvSpPr>
          <p:cNvPr id="627" name="Rectangle 7"/>
          <p:cNvSpPr/>
          <p:nvPr/>
        </p:nvSpPr>
        <p:spPr>
          <a:xfrm>
            <a:off x="1523880" y="3049200"/>
            <a:ext cx="184320" cy="369000"/>
          </a:xfrm>
          <a:prstGeom prst="rect">
            <a:avLst/>
          </a:prstGeom>
          <a:noFill/>
          <a:ln w="0">
            <a:noFill/>
          </a:ln>
        </p:spPr>
        <p:style>
          <a:lnRef idx="0"/>
          <a:fillRef idx="0"/>
          <a:effectRef idx="0"/>
          <a:fontRef idx="minor"/>
        </p:style>
      </p:sp>
      <p:graphicFrame>
        <p:nvGraphicFramePr>
          <p:cNvPr id="628" name="Object 6"/>
          <p:cNvGraphicFramePr/>
          <p:nvPr/>
        </p:nvGraphicFramePr>
        <p:xfrm>
          <a:off x="9653040" y="2839680"/>
          <a:ext cx="1942920" cy="960120"/>
        </p:xfrm>
        <a:graphic>
          <a:graphicData uri="http://schemas.openxmlformats.org/presentationml/2006/ole">
            <p:oleObj progId="Equation.3" r:id="rId3" spid="">
              <p:embed/>
              <p:pic>
                <p:nvPicPr>
                  <p:cNvPr id="629" name="Object 6" descr=""/>
                  <p:cNvPicPr/>
                  <p:nvPr/>
                </p:nvPicPr>
                <p:blipFill>
                  <a:blip r:embed="rId4"/>
                  <a:stretch/>
                </p:blipFill>
                <p:spPr>
                  <a:xfrm>
                    <a:off x="9653040" y="2839680"/>
                    <a:ext cx="1942920" cy="960120"/>
                  </a:xfrm>
                  <a:prstGeom prst="rect">
                    <a:avLst/>
                  </a:prstGeom>
                  <a:ln w="0">
                    <a:noFill/>
                  </a:ln>
                </p:spPr>
              </p:pic>
            </p:oleObj>
          </a:graphicData>
        </a:graphic>
      </p:graphicFrame>
      <p:sp>
        <p:nvSpPr>
          <p:cNvPr id="630" name="Rectangle 9"/>
          <p:cNvSpPr/>
          <p:nvPr/>
        </p:nvSpPr>
        <p:spPr>
          <a:xfrm>
            <a:off x="1523880" y="3030120"/>
            <a:ext cx="184320" cy="369000"/>
          </a:xfrm>
          <a:prstGeom prst="rect">
            <a:avLst/>
          </a:prstGeom>
          <a:noFill/>
          <a:ln w="0">
            <a:noFill/>
          </a:ln>
        </p:spPr>
        <p:style>
          <a:lnRef idx="0"/>
          <a:fillRef idx="0"/>
          <a:effectRef idx="0"/>
          <a:fontRef idx="minor"/>
        </p:style>
      </p:sp>
      <p:graphicFrame>
        <p:nvGraphicFramePr>
          <p:cNvPr id="631" name="Object 8"/>
          <p:cNvGraphicFramePr/>
          <p:nvPr/>
        </p:nvGraphicFramePr>
        <p:xfrm>
          <a:off x="9508680" y="4477680"/>
          <a:ext cx="2087280" cy="988560"/>
        </p:xfrm>
        <a:graphic>
          <a:graphicData uri="http://schemas.openxmlformats.org/presentationml/2006/ole">
            <p:oleObj progId="Equation.3" r:id="rId5" spid="">
              <p:embed/>
              <p:pic>
                <p:nvPicPr>
                  <p:cNvPr id="632" name="Object 8" descr=""/>
                  <p:cNvPicPr/>
                  <p:nvPr/>
                </p:nvPicPr>
                <p:blipFill>
                  <a:blip r:embed="rId6"/>
                  <a:stretch/>
                </p:blipFill>
                <p:spPr>
                  <a:xfrm>
                    <a:off x="9508680" y="4477680"/>
                    <a:ext cx="2087280" cy="988560"/>
                  </a:xfrm>
                  <a:prstGeom prst="rect">
                    <a:avLst/>
                  </a:prstGeom>
                  <a:ln w="0">
                    <a:noFill/>
                  </a:ln>
                </p:spPr>
              </p:pic>
            </p:oleObj>
          </a:graphicData>
        </a:graphic>
      </p:graphicFrame>
      <p:sp>
        <p:nvSpPr>
          <p:cNvPr id="633" name="Текст 11"/>
          <p:cNvSpPr/>
          <p:nvPr/>
        </p:nvSpPr>
        <p:spPr>
          <a:xfrm>
            <a:off x="479520" y="149400"/>
            <a:ext cx="9940680" cy="2761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buNone/>
              <a:tabLst>
                <a:tab algn="l" pos="0"/>
              </a:tabLst>
            </a:pPr>
            <a:r>
              <a:rPr b="0" lang="ru-RU" sz="2800" spc="-1" strike="noStrike">
                <a:solidFill>
                  <a:srgbClr val="ffffff"/>
                </a:solidFill>
                <a:latin typeface="Montserrat"/>
                <a:ea typeface="Arial"/>
              </a:rPr>
              <a:t>Кафедра ТЭЦ</a:t>
            </a:r>
            <a:endParaRPr b="0" lang="ru-RU" sz="2800" spc="-1" strike="noStrike">
              <a:latin typeface="Arial"/>
            </a:endParaRPr>
          </a:p>
        </p:txBody>
      </p:sp>
      <p:pic>
        <p:nvPicPr>
          <p:cNvPr id="634" name="" descr=""/>
          <p:cNvPicPr/>
          <p:nvPr/>
        </p:nvPicPr>
        <p:blipFill>
          <a:blip r:embed="rId7"/>
          <a:stretch/>
        </p:blipFill>
        <p:spPr>
          <a:xfrm>
            <a:off x="10083960" y="1587600"/>
            <a:ext cx="1143000" cy="1066680"/>
          </a:xfrm>
          <a:prstGeom prst="rect">
            <a:avLst/>
          </a:prstGeom>
          <a:ln w="0">
            <a:noFill/>
          </a:ln>
        </p:spPr>
      </p:pic>
      <p:pic>
        <p:nvPicPr>
          <p:cNvPr id="635" name="" descr=""/>
          <p:cNvPicPr/>
          <p:nvPr/>
        </p:nvPicPr>
        <p:blipFill>
          <a:blip r:embed="rId8"/>
          <a:stretch/>
        </p:blipFill>
        <p:spPr>
          <a:xfrm>
            <a:off x="9651960" y="2832120"/>
            <a:ext cx="1943280" cy="952560"/>
          </a:xfrm>
          <a:prstGeom prst="rect">
            <a:avLst/>
          </a:prstGeom>
          <a:ln w="0">
            <a:noFill/>
          </a:ln>
        </p:spPr>
      </p:pic>
      <p:pic>
        <p:nvPicPr>
          <p:cNvPr id="636" name="" descr=""/>
          <p:cNvPicPr/>
          <p:nvPr/>
        </p:nvPicPr>
        <p:blipFill>
          <a:blip r:embed="rId9"/>
          <a:stretch/>
        </p:blipFill>
        <p:spPr>
          <a:xfrm>
            <a:off x="9499680" y="4470480"/>
            <a:ext cx="2082960" cy="97776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7" name="PlaceHolder 1"/>
          <p:cNvSpPr>
            <a:spLocks noGrp="1"/>
          </p:cNvSpPr>
          <p:nvPr>
            <p:ph type="sldNum" idx="25"/>
          </p:nvPr>
        </p:nvSpPr>
        <p:spPr>
          <a:xfrm>
            <a:off x="8969400" y="6350760"/>
            <a:ext cx="2857320" cy="364680"/>
          </a:xfrm>
          <a:prstGeom prst="rect">
            <a:avLst/>
          </a:prstGeom>
          <a:noFill/>
          <a:ln w="0">
            <a:noFill/>
          </a:ln>
        </p:spPr>
        <p:txBody>
          <a:bodyPr anchor="ctr">
            <a:noAutofit/>
          </a:bodyPr>
          <a:lstStyle>
            <a:lvl1pPr algn="r">
              <a:lnSpc>
                <a:spcPct val="100000"/>
              </a:lnSpc>
              <a:buNone/>
              <a:defRPr b="1" lang="ru-RU" sz="1200" spc="-1" strike="noStrike">
                <a:solidFill>
                  <a:srgbClr val="908da8"/>
                </a:solidFill>
                <a:latin typeface="Arial Black"/>
                <a:ea typeface="Arial"/>
              </a:defRPr>
            </a:lvl1pPr>
          </a:lstStyle>
          <a:p>
            <a:pPr algn="r">
              <a:lnSpc>
                <a:spcPct val="100000"/>
              </a:lnSpc>
              <a:buNone/>
            </a:pPr>
            <a:fld id="{86949BD1-78CF-402C-9F07-A38EDE76E1CC}" type="slidenum">
              <a:rPr b="1" lang="ru-RU" sz="1200" spc="-1" strike="noStrike">
                <a:solidFill>
                  <a:srgbClr val="908da8"/>
                </a:solidFill>
                <a:latin typeface="Arial Black"/>
                <a:ea typeface="Arial"/>
              </a:rPr>
              <a:t>&lt;номер&gt;</a:t>
            </a:fld>
            <a:endParaRPr b="0" lang="ru-RU" sz="1200" spc="-1" strike="noStrike">
              <a:latin typeface="Times New Roman"/>
            </a:endParaRPr>
          </a:p>
        </p:txBody>
      </p:sp>
      <p:sp>
        <p:nvSpPr>
          <p:cNvPr id="638" name="Rectangle 4"/>
          <p:cNvSpPr/>
          <p:nvPr/>
        </p:nvSpPr>
        <p:spPr>
          <a:xfrm>
            <a:off x="1523880" y="3034800"/>
            <a:ext cx="184320" cy="369000"/>
          </a:xfrm>
          <a:prstGeom prst="rect">
            <a:avLst/>
          </a:prstGeom>
          <a:noFill/>
          <a:ln w="0">
            <a:noFill/>
          </a:ln>
        </p:spPr>
        <p:style>
          <a:lnRef idx="0"/>
          <a:fillRef idx="0"/>
          <a:effectRef idx="0"/>
          <a:fontRef idx="minor"/>
        </p:style>
      </p:sp>
      <p:sp>
        <p:nvSpPr>
          <p:cNvPr id="639" name="Rectangle 5"/>
          <p:cNvSpPr/>
          <p:nvPr/>
        </p:nvSpPr>
        <p:spPr>
          <a:xfrm>
            <a:off x="1523880" y="3049200"/>
            <a:ext cx="184320" cy="369000"/>
          </a:xfrm>
          <a:prstGeom prst="rect">
            <a:avLst/>
          </a:prstGeom>
          <a:noFill/>
          <a:ln w="0">
            <a:noFill/>
          </a:ln>
        </p:spPr>
        <p:style>
          <a:lnRef idx="0"/>
          <a:fillRef idx="0"/>
          <a:effectRef idx="0"/>
          <a:fontRef idx="minor"/>
        </p:style>
      </p:sp>
      <p:sp>
        <p:nvSpPr>
          <p:cNvPr id="640" name="Rectangle 6"/>
          <p:cNvSpPr/>
          <p:nvPr/>
        </p:nvSpPr>
        <p:spPr>
          <a:xfrm>
            <a:off x="1523880" y="-184680"/>
            <a:ext cx="184320" cy="369000"/>
          </a:xfrm>
          <a:prstGeom prst="rect">
            <a:avLst/>
          </a:prstGeom>
          <a:noFill/>
          <a:ln w="0">
            <a:noFill/>
          </a:ln>
        </p:spPr>
        <p:style>
          <a:lnRef idx="0"/>
          <a:fillRef idx="0"/>
          <a:effectRef idx="0"/>
          <a:fontRef idx="minor"/>
        </p:style>
      </p:sp>
      <p:sp>
        <p:nvSpPr>
          <p:cNvPr id="641" name="Rectangle 7"/>
          <p:cNvSpPr/>
          <p:nvPr/>
        </p:nvSpPr>
        <p:spPr>
          <a:xfrm>
            <a:off x="1523880" y="3001320"/>
            <a:ext cx="184320" cy="369000"/>
          </a:xfrm>
          <a:prstGeom prst="rect">
            <a:avLst/>
          </a:prstGeom>
          <a:noFill/>
          <a:ln w="0">
            <a:noFill/>
          </a:ln>
        </p:spPr>
        <p:style>
          <a:lnRef idx="0"/>
          <a:fillRef idx="0"/>
          <a:effectRef idx="0"/>
          <a:fontRef idx="minor"/>
        </p:style>
      </p:sp>
      <p:sp>
        <p:nvSpPr>
          <p:cNvPr id="642" name="Rectangle 8"/>
          <p:cNvSpPr/>
          <p:nvPr/>
        </p:nvSpPr>
        <p:spPr>
          <a:xfrm>
            <a:off x="1523880" y="3049200"/>
            <a:ext cx="184320" cy="369000"/>
          </a:xfrm>
          <a:prstGeom prst="rect">
            <a:avLst/>
          </a:prstGeom>
          <a:noFill/>
          <a:ln w="0">
            <a:noFill/>
          </a:ln>
        </p:spPr>
        <p:style>
          <a:lnRef idx="0"/>
          <a:fillRef idx="0"/>
          <a:effectRef idx="0"/>
          <a:fontRef idx="minor"/>
        </p:style>
      </p:sp>
      <p:sp>
        <p:nvSpPr>
          <p:cNvPr id="643" name="Rectangle 9"/>
          <p:cNvSpPr/>
          <p:nvPr/>
        </p:nvSpPr>
        <p:spPr>
          <a:xfrm>
            <a:off x="1523880" y="3049200"/>
            <a:ext cx="184320" cy="369000"/>
          </a:xfrm>
          <a:prstGeom prst="rect">
            <a:avLst/>
          </a:prstGeom>
          <a:noFill/>
          <a:ln w="0">
            <a:noFill/>
          </a:ln>
        </p:spPr>
        <p:style>
          <a:lnRef idx="0"/>
          <a:fillRef idx="0"/>
          <a:effectRef idx="0"/>
          <a:fontRef idx="minor"/>
        </p:style>
      </p:sp>
      <p:sp>
        <p:nvSpPr>
          <p:cNvPr id="644" name="Rectangle 10"/>
          <p:cNvSpPr/>
          <p:nvPr/>
        </p:nvSpPr>
        <p:spPr>
          <a:xfrm>
            <a:off x="1523880" y="3049200"/>
            <a:ext cx="184320" cy="369000"/>
          </a:xfrm>
          <a:prstGeom prst="rect">
            <a:avLst/>
          </a:prstGeom>
          <a:noFill/>
          <a:ln w="0">
            <a:noFill/>
          </a:ln>
        </p:spPr>
        <p:style>
          <a:lnRef idx="0"/>
          <a:fillRef idx="0"/>
          <a:effectRef idx="0"/>
          <a:fontRef idx="minor"/>
        </p:style>
      </p:sp>
      <p:sp>
        <p:nvSpPr>
          <p:cNvPr id="645" name="Rectangle 11"/>
          <p:cNvSpPr/>
          <p:nvPr/>
        </p:nvSpPr>
        <p:spPr>
          <a:xfrm>
            <a:off x="1523880" y="3028320"/>
            <a:ext cx="184320" cy="369000"/>
          </a:xfrm>
          <a:prstGeom prst="rect">
            <a:avLst/>
          </a:prstGeom>
          <a:noFill/>
          <a:ln w="0">
            <a:noFill/>
          </a:ln>
        </p:spPr>
        <p:style>
          <a:lnRef idx="0"/>
          <a:fillRef idx="0"/>
          <a:effectRef idx="0"/>
          <a:fontRef idx="minor"/>
        </p:style>
      </p:sp>
      <p:sp>
        <p:nvSpPr>
          <p:cNvPr id="646" name="Rectangle 12"/>
          <p:cNvSpPr/>
          <p:nvPr/>
        </p:nvSpPr>
        <p:spPr>
          <a:xfrm>
            <a:off x="1523880" y="3028320"/>
            <a:ext cx="184320" cy="369000"/>
          </a:xfrm>
          <a:prstGeom prst="rect">
            <a:avLst/>
          </a:prstGeom>
          <a:noFill/>
          <a:ln w="0">
            <a:noFill/>
          </a:ln>
        </p:spPr>
        <p:style>
          <a:lnRef idx="0"/>
          <a:fillRef idx="0"/>
          <a:effectRef idx="0"/>
          <a:fontRef idx="minor"/>
        </p:style>
      </p:sp>
      <p:sp>
        <p:nvSpPr>
          <p:cNvPr id="647" name="Rectangle 13"/>
          <p:cNvSpPr/>
          <p:nvPr/>
        </p:nvSpPr>
        <p:spPr>
          <a:xfrm>
            <a:off x="1523880" y="3028320"/>
            <a:ext cx="184320" cy="369000"/>
          </a:xfrm>
          <a:prstGeom prst="rect">
            <a:avLst/>
          </a:prstGeom>
          <a:noFill/>
          <a:ln w="0">
            <a:noFill/>
          </a:ln>
        </p:spPr>
        <p:style>
          <a:lnRef idx="0"/>
          <a:fillRef idx="0"/>
          <a:effectRef idx="0"/>
          <a:fontRef idx="minor"/>
        </p:style>
      </p:sp>
      <p:pic>
        <p:nvPicPr>
          <p:cNvPr id="648" name="Picture 36" descr=""/>
          <p:cNvPicPr/>
          <p:nvPr/>
        </p:nvPicPr>
        <p:blipFill>
          <a:blip r:embed="rId1"/>
          <a:stretch/>
        </p:blipFill>
        <p:spPr>
          <a:xfrm>
            <a:off x="1253880" y="956160"/>
            <a:ext cx="3444480" cy="2096640"/>
          </a:xfrm>
          <a:prstGeom prst="rect">
            <a:avLst/>
          </a:prstGeom>
          <a:ln w="0">
            <a:noFill/>
          </a:ln>
        </p:spPr>
      </p:pic>
      <p:pic>
        <p:nvPicPr>
          <p:cNvPr id="649" name="Picture 38" descr=""/>
          <p:cNvPicPr/>
          <p:nvPr/>
        </p:nvPicPr>
        <p:blipFill>
          <a:blip r:embed="rId2"/>
          <a:stretch/>
        </p:blipFill>
        <p:spPr>
          <a:xfrm>
            <a:off x="5450040" y="1203840"/>
            <a:ext cx="4937760" cy="1686600"/>
          </a:xfrm>
          <a:prstGeom prst="rect">
            <a:avLst/>
          </a:prstGeom>
          <a:ln w="0">
            <a:noFill/>
          </a:ln>
        </p:spPr>
      </p:pic>
      <p:sp>
        <p:nvSpPr>
          <p:cNvPr id="650" name="Rectangle 39"/>
          <p:cNvSpPr/>
          <p:nvPr/>
        </p:nvSpPr>
        <p:spPr>
          <a:xfrm>
            <a:off x="3510000" y="3753000"/>
            <a:ext cx="4750920" cy="431280"/>
          </a:xfrm>
          <a:prstGeom prst="rect">
            <a:avLst/>
          </a:prstGeom>
          <a:noFill/>
          <a:ln w="0">
            <a:noFill/>
          </a:ln>
        </p:spPr>
        <p:style>
          <a:lnRef idx="0"/>
          <a:fillRef idx="0"/>
          <a:effectRef idx="0"/>
          <a:fontRef idx="minor"/>
        </p:style>
        <p:txBody>
          <a:bodyPr lIns="90000" rIns="90000" tIns="45000" bIns="45000" anchor="t">
            <a:noAutofit/>
          </a:bodyPr>
          <a:p>
            <a:pPr marL="343080" indent="-343080">
              <a:lnSpc>
                <a:spcPct val="90000"/>
              </a:lnSpc>
              <a:spcBef>
                <a:spcPts val="400"/>
              </a:spcBef>
              <a:buNone/>
              <a:tabLst>
                <a:tab algn="l" pos="0"/>
              </a:tabLst>
            </a:pPr>
            <a:r>
              <a:rPr b="0" lang="ru-RU" sz="2000" spc="-1" strike="noStrike">
                <a:solidFill>
                  <a:srgbClr val="ffffff"/>
                </a:solidFill>
                <a:latin typeface="Arial"/>
                <a:ea typeface="Arial"/>
              </a:rPr>
              <a:t>Ток в цепи находят по закону Ома</a:t>
            </a:r>
            <a:endParaRPr b="0" lang="ru-RU" sz="2000" spc="-1" strike="noStrike">
              <a:latin typeface="Arial"/>
            </a:endParaRPr>
          </a:p>
        </p:txBody>
      </p:sp>
      <p:pic>
        <p:nvPicPr>
          <p:cNvPr id="651" name="Picture 40" descr=""/>
          <p:cNvPicPr/>
          <p:nvPr/>
        </p:nvPicPr>
        <p:blipFill>
          <a:blip r:embed="rId3"/>
          <a:stretch/>
        </p:blipFill>
        <p:spPr>
          <a:xfrm>
            <a:off x="1825200" y="5433120"/>
            <a:ext cx="7644960" cy="1158480"/>
          </a:xfrm>
          <a:prstGeom prst="rect">
            <a:avLst/>
          </a:prstGeom>
          <a:ln w="0">
            <a:noFill/>
          </a:ln>
        </p:spPr>
      </p:pic>
      <p:sp>
        <p:nvSpPr>
          <p:cNvPr id="652" name="Rectangle 41"/>
          <p:cNvSpPr/>
          <p:nvPr/>
        </p:nvSpPr>
        <p:spPr>
          <a:xfrm>
            <a:off x="661680" y="4836960"/>
            <a:ext cx="5844240" cy="5162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2800" spc="-1" strike="noStrike">
                <a:solidFill>
                  <a:srgbClr val="352379"/>
                </a:solidFill>
                <a:latin typeface="Times New Roman"/>
                <a:ea typeface="Arial"/>
              </a:rPr>
              <a:t>напряжение, приложенное к нагрузке</a:t>
            </a:r>
            <a:endParaRPr b="0" lang="ru-RU" sz="2800" spc="-1" strike="noStrike">
              <a:latin typeface="Arial"/>
            </a:endParaRPr>
          </a:p>
        </p:txBody>
      </p:sp>
      <p:sp>
        <p:nvSpPr>
          <p:cNvPr id="653" name="Прямоугольник 1"/>
          <p:cNvSpPr/>
          <p:nvPr/>
        </p:nvSpPr>
        <p:spPr>
          <a:xfrm>
            <a:off x="717480" y="3423240"/>
            <a:ext cx="10336320" cy="162864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51"/>
              </a:spcBef>
              <a:buNone/>
            </a:pPr>
            <a:r>
              <a:rPr b="0" lang="ru-RU" sz="3200" spc="-1" strike="noStrike">
                <a:solidFill>
                  <a:srgbClr val="003399"/>
                </a:solidFill>
                <a:latin typeface="Times New Roman"/>
                <a:ea typeface="Arial"/>
              </a:rPr>
              <a:t>где R</a:t>
            </a:r>
            <a:r>
              <a:rPr b="0" lang="ru-RU" sz="3200" spc="-1" strike="noStrike" baseline="-25000">
                <a:solidFill>
                  <a:srgbClr val="003399"/>
                </a:solidFill>
                <a:latin typeface="Times New Roman"/>
                <a:ea typeface="Arial"/>
              </a:rPr>
              <a:t>ВН</a:t>
            </a:r>
            <a:r>
              <a:rPr b="0" lang="ru-RU" sz="3200" spc="-1" strike="noStrike">
                <a:solidFill>
                  <a:srgbClr val="003399"/>
                </a:solidFill>
                <a:latin typeface="Times New Roman"/>
                <a:ea typeface="Arial"/>
              </a:rPr>
              <a:t> – внутреннее сопротивление источника тока.</a:t>
            </a:r>
            <a:endParaRPr b="0" lang="ru-RU" sz="3200" spc="-1" strike="noStrike">
              <a:latin typeface="Arial"/>
            </a:endParaRPr>
          </a:p>
          <a:p>
            <a:pPr>
              <a:lnSpc>
                <a:spcPct val="101000"/>
              </a:lnSpc>
              <a:buNone/>
              <a:tabLst>
                <a:tab algn="l" pos="0"/>
              </a:tabLst>
            </a:pPr>
            <a:r>
              <a:rPr b="0" lang="ru-RU" sz="3200" spc="-1" strike="noStrike">
                <a:solidFill>
                  <a:srgbClr val="003399"/>
                </a:solidFill>
                <a:latin typeface="Times New Roman"/>
                <a:ea typeface="Arial"/>
              </a:rPr>
              <a:t>Выражение является законом Ома для всей цепи: </a:t>
            </a:r>
            <a:r>
              <a:rPr b="1" i="1" lang="ru-RU" sz="3200" spc="-1" strike="noStrike">
                <a:solidFill>
                  <a:srgbClr val="003399"/>
                </a:solidFill>
                <a:latin typeface="Times New Roman"/>
                <a:ea typeface="Arial"/>
              </a:rPr>
              <a:t>сила тока в цепи прямо пропорциональна ЭДС источника.</a:t>
            </a:r>
            <a:endParaRPr b="0" lang="ru-RU" sz="3200" spc="-1" strike="noStrike">
              <a:latin typeface="Arial"/>
            </a:endParaRPr>
          </a:p>
        </p:txBody>
      </p:sp>
      <p:sp>
        <p:nvSpPr>
          <p:cNvPr id="654" name="Текст 11"/>
          <p:cNvSpPr/>
          <p:nvPr/>
        </p:nvSpPr>
        <p:spPr>
          <a:xfrm>
            <a:off x="479520" y="149400"/>
            <a:ext cx="9940680" cy="2761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buNone/>
              <a:tabLst>
                <a:tab algn="l" pos="0"/>
              </a:tabLst>
            </a:pPr>
            <a:r>
              <a:rPr b="0" lang="ru-RU" sz="2800" spc="-1" strike="noStrike">
                <a:solidFill>
                  <a:srgbClr val="ffffff"/>
                </a:solidFill>
                <a:latin typeface="Montserrat"/>
                <a:ea typeface="Arial"/>
              </a:rPr>
              <a:t>Кафедра ТЭЦ</a:t>
            </a:r>
            <a:endParaRPr b="0" lang="ru-RU" sz="2800" spc="-1" strike="noStrike">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PlaceHolder 1"/>
          <p:cNvSpPr>
            <a:spLocks noGrp="1"/>
          </p:cNvSpPr>
          <p:nvPr>
            <p:ph type="title"/>
          </p:nvPr>
        </p:nvSpPr>
        <p:spPr>
          <a:xfrm>
            <a:off x="804960" y="456480"/>
            <a:ext cx="10898640" cy="1002960"/>
          </a:xfrm>
          <a:prstGeom prst="rect">
            <a:avLst/>
          </a:prstGeom>
          <a:noFill/>
          <a:ln w="0">
            <a:noFill/>
          </a:ln>
        </p:spPr>
        <p:txBody>
          <a:bodyPr anchor="t">
            <a:noAutofit/>
          </a:bodyPr>
          <a:p>
            <a:pPr algn="ctr">
              <a:lnSpc>
                <a:spcPct val="100000"/>
              </a:lnSpc>
              <a:buNone/>
            </a:pPr>
            <a:r>
              <a:rPr b="1" lang="ru-RU" sz="2600" spc="-1" strike="noStrike">
                <a:solidFill>
                  <a:srgbClr val="352379"/>
                </a:solidFill>
                <a:latin typeface="Times New Roman"/>
                <a:ea typeface="Arial"/>
              </a:rPr>
              <a:t>Законы, описывающие работу электрической цепи</a:t>
            </a:r>
            <a:br>
              <a:rPr sz="2600"/>
            </a:br>
            <a:r>
              <a:rPr b="1" lang="ru-RU" sz="3200" spc="-1" strike="noStrike">
                <a:solidFill>
                  <a:srgbClr val="352379"/>
                </a:solidFill>
                <a:latin typeface="Times New Roman"/>
                <a:ea typeface="Arial"/>
              </a:rPr>
              <a:t>Законы Кирхгофа</a:t>
            </a:r>
            <a:br>
              <a:rPr sz="3200"/>
            </a:br>
            <a:r>
              <a:rPr b="1" lang="ru-RU" sz="3200" spc="-1" strike="noStrike">
                <a:solidFill>
                  <a:srgbClr val="352379"/>
                </a:solidFill>
                <a:latin typeface="Times New Roman"/>
                <a:ea typeface="Arial"/>
              </a:rPr>
              <a:t>Первый закон</a:t>
            </a:r>
            <a:endParaRPr b="0" lang="ru-RU" sz="3200" spc="-1" strike="noStrike">
              <a:solidFill>
                <a:srgbClr val="352379"/>
              </a:solidFill>
              <a:latin typeface="Montserrat"/>
            </a:endParaRPr>
          </a:p>
        </p:txBody>
      </p:sp>
      <p:pic>
        <p:nvPicPr>
          <p:cNvPr id="656" name="Picture 4" descr=""/>
          <p:cNvPicPr/>
          <p:nvPr/>
        </p:nvPicPr>
        <p:blipFill>
          <a:blip r:embed="rId1"/>
          <a:stretch/>
        </p:blipFill>
        <p:spPr>
          <a:xfrm>
            <a:off x="1703520" y="2060640"/>
            <a:ext cx="5040000" cy="3171600"/>
          </a:xfrm>
          <a:prstGeom prst="rect">
            <a:avLst/>
          </a:prstGeom>
          <a:ln w="0">
            <a:noFill/>
          </a:ln>
        </p:spPr>
      </p:pic>
      <p:sp>
        <p:nvSpPr>
          <p:cNvPr id="657" name="Text Box 5"/>
          <p:cNvSpPr/>
          <p:nvPr/>
        </p:nvSpPr>
        <p:spPr>
          <a:xfrm>
            <a:off x="7035120" y="2425680"/>
            <a:ext cx="5040000" cy="3075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2800" spc="-1" strike="noStrike">
                <a:solidFill>
                  <a:srgbClr val="352379"/>
                </a:solidFill>
                <a:latin typeface="Times New Roman"/>
                <a:ea typeface="Arial"/>
              </a:rPr>
              <a:t>Алгебраическая сумма токов ветвей, сходящихся в одном узле, равна нулю.</a:t>
            </a:r>
            <a:endParaRPr b="0" lang="ru-RU" sz="2800" spc="-1" strike="noStrike">
              <a:latin typeface="Arial"/>
            </a:endParaRPr>
          </a:p>
          <a:p>
            <a:pPr>
              <a:lnSpc>
                <a:spcPct val="100000"/>
              </a:lnSpc>
              <a:buNone/>
            </a:pPr>
            <a:endParaRPr b="0" lang="ru-RU" sz="2800" spc="-1" strike="noStrike">
              <a:latin typeface="Arial"/>
            </a:endParaRPr>
          </a:p>
          <a:p>
            <a:pPr>
              <a:lnSpc>
                <a:spcPct val="100000"/>
              </a:lnSpc>
              <a:buNone/>
            </a:pPr>
            <a:r>
              <a:rPr b="0" lang="ru-RU" sz="2800" spc="-1" strike="noStrike">
                <a:solidFill>
                  <a:srgbClr val="352379"/>
                </a:solidFill>
                <a:latin typeface="Times New Roman"/>
                <a:ea typeface="Arial"/>
              </a:rPr>
              <a:t>Правило: ток втекающий в узел берется с «+» и вытекающий с «-».</a:t>
            </a:r>
            <a:r>
              <a:rPr b="0" lang="ru-RU" sz="1800" spc="-1" strike="noStrike">
                <a:solidFill>
                  <a:srgbClr val="352379"/>
                </a:solidFill>
                <a:latin typeface="Montserrat"/>
                <a:ea typeface="Arial"/>
              </a:rPr>
              <a:t> </a:t>
            </a:r>
            <a:endParaRPr b="0" lang="ru-RU" sz="1800" spc="-1" strike="noStrike">
              <a:latin typeface="Arial"/>
            </a:endParaRPr>
          </a:p>
        </p:txBody>
      </p:sp>
      <p:sp>
        <p:nvSpPr>
          <p:cNvPr id="658" name="Rectangle 7"/>
          <p:cNvSpPr/>
          <p:nvPr/>
        </p:nvSpPr>
        <p:spPr>
          <a:xfrm>
            <a:off x="1523880" y="3153960"/>
            <a:ext cx="184320" cy="369000"/>
          </a:xfrm>
          <a:prstGeom prst="rect">
            <a:avLst/>
          </a:prstGeom>
          <a:noFill/>
          <a:ln w="0">
            <a:noFill/>
          </a:ln>
        </p:spPr>
        <p:style>
          <a:lnRef idx="0"/>
          <a:fillRef idx="0"/>
          <a:effectRef idx="0"/>
          <a:fontRef idx="minor"/>
        </p:style>
      </p:sp>
      <p:graphicFrame>
        <p:nvGraphicFramePr>
          <p:cNvPr id="659" name="Object 6"/>
          <p:cNvGraphicFramePr/>
          <p:nvPr/>
        </p:nvGraphicFramePr>
        <p:xfrm>
          <a:off x="2324160" y="5373720"/>
          <a:ext cx="3438000" cy="644040"/>
        </p:xfrm>
        <a:graphic>
          <a:graphicData uri="http://schemas.openxmlformats.org/presentationml/2006/ole">
            <p:oleObj progId="Equation.3" r:id="rId2" spid="">
              <p:embed/>
              <p:pic>
                <p:nvPicPr>
                  <p:cNvPr id="660" name="Object 6" descr=""/>
                  <p:cNvPicPr/>
                  <p:nvPr/>
                </p:nvPicPr>
                <p:blipFill>
                  <a:blip r:embed="rId3"/>
                  <a:stretch/>
                </p:blipFill>
                <p:spPr>
                  <a:xfrm>
                    <a:off x="2324160" y="5373720"/>
                    <a:ext cx="3438000" cy="644040"/>
                  </a:xfrm>
                  <a:prstGeom prst="rect">
                    <a:avLst/>
                  </a:prstGeom>
                  <a:ln w="0">
                    <a:noFill/>
                  </a:ln>
                </p:spPr>
              </p:pic>
            </p:oleObj>
          </a:graphicData>
        </a:graphic>
      </p:graphicFrame>
      <p:sp>
        <p:nvSpPr>
          <p:cNvPr id="661" name="Текст 11"/>
          <p:cNvSpPr/>
          <p:nvPr/>
        </p:nvSpPr>
        <p:spPr>
          <a:xfrm>
            <a:off x="479520" y="149400"/>
            <a:ext cx="9940680" cy="2761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buNone/>
              <a:tabLst>
                <a:tab algn="l" pos="0"/>
              </a:tabLst>
            </a:pPr>
            <a:r>
              <a:rPr b="0" lang="ru-RU" sz="2800" spc="-1" strike="noStrike">
                <a:solidFill>
                  <a:srgbClr val="ffffff"/>
                </a:solidFill>
                <a:latin typeface="Montserrat"/>
                <a:ea typeface="Arial"/>
              </a:rPr>
              <a:t>Кафедра ТЭЦ</a:t>
            </a:r>
            <a:endParaRPr b="0" lang="ru-RU" sz="2800" spc="-1" strike="noStrike">
              <a:latin typeface="Arial"/>
            </a:endParaRPr>
          </a:p>
        </p:txBody>
      </p:sp>
      <p:pic>
        <p:nvPicPr>
          <p:cNvPr id="662" name="" descr=""/>
          <p:cNvPicPr/>
          <p:nvPr/>
        </p:nvPicPr>
        <p:blipFill>
          <a:blip r:embed="rId4"/>
          <a:stretch/>
        </p:blipFill>
        <p:spPr>
          <a:xfrm>
            <a:off x="2324160" y="5372280"/>
            <a:ext cx="3429000" cy="63504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PlaceHolder 1"/>
          <p:cNvSpPr>
            <a:spLocks noGrp="1"/>
          </p:cNvSpPr>
          <p:nvPr>
            <p:ph type="sldNum" idx="26"/>
          </p:nvPr>
        </p:nvSpPr>
        <p:spPr>
          <a:xfrm>
            <a:off x="8969400" y="6350760"/>
            <a:ext cx="2857320" cy="364680"/>
          </a:xfrm>
          <a:prstGeom prst="rect">
            <a:avLst/>
          </a:prstGeom>
          <a:noFill/>
          <a:ln w="0">
            <a:noFill/>
          </a:ln>
        </p:spPr>
        <p:txBody>
          <a:bodyPr anchor="ctr">
            <a:noAutofit/>
          </a:bodyPr>
          <a:lstStyle>
            <a:lvl1pPr algn="r">
              <a:lnSpc>
                <a:spcPct val="100000"/>
              </a:lnSpc>
              <a:buNone/>
              <a:defRPr b="1" lang="ru-RU" sz="1200" spc="-1" strike="noStrike">
                <a:solidFill>
                  <a:srgbClr val="908da8"/>
                </a:solidFill>
                <a:latin typeface="Arial Black"/>
                <a:ea typeface="Arial"/>
              </a:defRPr>
            </a:lvl1pPr>
          </a:lstStyle>
          <a:p>
            <a:pPr algn="r">
              <a:lnSpc>
                <a:spcPct val="100000"/>
              </a:lnSpc>
              <a:buNone/>
            </a:pPr>
            <a:fld id="{3B4BA065-C26B-4F4D-87E0-A58948E69350}" type="slidenum">
              <a:rPr b="1" lang="ru-RU" sz="1200" spc="-1" strike="noStrike">
                <a:solidFill>
                  <a:srgbClr val="908da8"/>
                </a:solidFill>
                <a:latin typeface="Arial Black"/>
                <a:ea typeface="Arial"/>
              </a:rPr>
              <a:t>&lt;номер&gt;</a:t>
            </a:fld>
            <a:endParaRPr b="0" lang="ru-RU" sz="1200" spc="-1" strike="noStrike">
              <a:latin typeface="Times New Roman"/>
            </a:endParaRPr>
          </a:p>
        </p:txBody>
      </p:sp>
      <p:sp>
        <p:nvSpPr>
          <p:cNvPr id="664" name="PlaceHolder 2"/>
          <p:cNvSpPr>
            <a:spLocks noGrp="1"/>
          </p:cNvSpPr>
          <p:nvPr>
            <p:ph/>
          </p:nvPr>
        </p:nvSpPr>
        <p:spPr>
          <a:xfrm>
            <a:off x="2208240" y="1268280"/>
            <a:ext cx="8229240" cy="431280"/>
          </a:xfrm>
          <a:prstGeom prst="rect">
            <a:avLst/>
          </a:prstGeom>
          <a:noFill/>
          <a:ln w="0">
            <a:noFill/>
          </a:ln>
        </p:spPr>
        <p:txBody>
          <a:bodyPr anchor="t">
            <a:normAutofit fontScale="50000"/>
          </a:bodyPr>
          <a:p>
            <a:pPr>
              <a:lnSpc>
                <a:spcPct val="90000"/>
              </a:lnSpc>
              <a:spcBef>
                <a:spcPts val="1001"/>
              </a:spcBef>
              <a:buNone/>
              <a:tabLst>
                <a:tab algn="l" pos="0"/>
              </a:tabLst>
            </a:pPr>
            <a:r>
              <a:rPr b="0" lang="ru-RU" sz="2000" spc="-1" strike="noStrike">
                <a:solidFill>
                  <a:srgbClr val="ffffff"/>
                </a:solidFill>
                <a:latin typeface="Montserrat"/>
                <a:ea typeface="Arial"/>
              </a:rPr>
              <a:t>Законы Кирхгофа</a:t>
            </a:r>
            <a:endParaRPr b="0" lang="ru-RU" sz="2000" spc="-1" strike="noStrike">
              <a:solidFill>
                <a:srgbClr val="352379"/>
              </a:solidFill>
              <a:latin typeface="Montserrat"/>
            </a:endParaRPr>
          </a:p>
          <a:p>
            <a:pPr>
              <a:lnSpc>
                <a:spcPct val="90000"/>
              </a:lnSpc>
              <a:spcBef>
                <a:spcPts val="1001"/>
              </a:spcBef>
              <a:buNone/>
              <a:tabLst>
                <a:tab algn="l" pos="0"/>
              </a:tabLst>
            </a:pPr>
            <a:r>
              <a:rPr b="0" lang="ru-RU" sz="2000" spc="-1" strike="noStrike">
                <a:solidFill>
                  <a:srgbClr val="ffffff"/>
                </a:solidFill>
                <a:latin typeface="Montserrat"/>
                <a:ea typeface="Arial"/>
              </a:rPr>
              <a:t>1</a:t>
            </a:r>
            <a:r>
              <a:rPr b="0" lang="ru-RU" sz="2000" spc="-1" strike="noStrike">
                <a:solidFill>
                  <a:srgbClr val="ffffff"/>
                </a:solidFill>
                <a:latin typeface="Montserrat"/>
                <a:ea typeface="Arial"/>
              </a:rPr>
              <a:t>	</a:t>
            </a:r>
            <a:r>
              <a:rPr b="0" lang="ru-RU" sz="2000" spc="-1" strike="noStrike">
                <a:solidFill>
                  <a:srgbClr val="ffffff"/>
                </a:solidFill>
                <a:latin typeface="Montserrat"/>
                <a:ea typeface="Arial"/>
              </a:rPr>
              <a:t>закон Кирхгофа:  алгебраическая сумма токов в любом узле цепи равна нулю:</a:t>
            </a:r>
            <a:endParaRPr b="0" lang="ru-RU" sz="2000" spc="-1" strike="noStrike">
              <a:solidFill>
                <a:srgbClr val="352379"/>
              </a:solidFill>
              <a:latin typeface="Montserrat"/>
            </a:endParaRPr>
          </a:p>
        </p:txBody>
      </p:sp>
      <p:sp>
        <p:nvSpPr>
          <p:cNvPr id="665" name="Rectangle 4"/>
          <p:cNvSpPr/>
          <p:nvPr/>
        </p:nvSpPr>
        <p:spPr>
          <a:xfrm>
            <a:off x="1523880" y="3034800"/>
            <a:ext cx="184320" cy="369000"/>
          </a:xfrm>
          <a:prstGeom prst="rect">
            <a:avLst/>
          </a:prstGeom>
          <a:noFill/>
          <a:ln w="0">
            <a:noFill/>
          </a:ln>
        </p:spPr>
        <p:style>
          <a:lnRef idx="0"/>
          <a:fillRef idx="0"/>
          <a:effectRef idx="0"/>
          <a:fontRef idx="minor"/>
        </p:style>
      </p:sp>
      <p:sp>
        <p:nvSpPr>
          <p:cNvPr id="666" name="Rectangle 5"/>
          <p:cNvSpPr/>
          <p:nvPr/>
        </p:nvSpPr>
        <p:spPr>
          <a:xfrm>
            <a:off x="1523880" y="3049200"/>
            <a:ext cx="184320" cy="369000"/>
          </a:xfrm>
          <a:prstGeom prst="rect">
            <a:avLst/>
          </a:prstGeom>
          <a:noFill/>
          <a:ln w="0">
            <a:noFill/>
          </a:ln>
        </p:spPr>
        <p:style>
          <a:lnRef idx="0"/>
          <a:fillRef idx="0"/>
          <a:effectRef idx="0"/>
          <a:fontRef idx="minor"/>
        </p:style>
      </p:sp>
      <p:sp>
        <p:nvSpPr>
          <p:cNvPr id="667" name="Rectangle 6"/>
          <p:cNvSpPr/>
          <p:nvPr/>
        </p:nvSpPr>
        <p:spPr>
          <a:xfrm>
            <a:off x="1523880" y="-184680"/>
            <a:ext cx="184320" cy="369000"/>
          </a:xfrm>
          <a:prstGeom prst="rect">
            <a:avLst/>
          </a:prstGeom>
          <a:noFill/>
          <a:ln w="0">
            <a:noFill/>
          </a:ln>
        </p:spPr>
        <p:style>
          <a:lnRef idx="0"/>
          <a:fillRef idx="0"/>
          <a:effectRef idx="0"/>
          <a:fontRef idx="minor"/>
        </p:style>
      </p:sp>
      <p:sp>
        <p:nvSpPr>
          <p:cNvPr id="668" name="Rectangle 7"/>
          <p:cNvSpPr/>
          <p:nvPr/>
        </p:nvSpPr>
        <p:spPr>
          <a:xfrm>
            <a:off x="1523880" y="3001320"/>
            <a:ext cx="184320" cy="369000"/>
          </a:xfrm>
          <a:prstGeom prst="rect">
            <a:avLst/>
          </a:prstGeom>
          <a:noFill/>
          <a:ln w="0">
            <a:noFill/>
          </a:ln>
        </p:spPr>
        <p:style>
          <a:lnRef idx="0"/>
          <a:fillRef idx="0"/>
          <a:effectRef idx="0"/>
          <a:fontRef idx="minor"/>
        </p:style>
      </p:sp>
      <p:sp>
        <p:nvSpPr>
          <p:cNvPr id="669" name="Rectangle 8"/>
          <p:cNvSpPr/>
          <p:nvPr/>
        </p:nvSpPr>
        <p:spPr>
          <a:xfrm>
            <a:off x="1523880" y="3049200"/>
            <a:ext cx="184320" cy="369000"/>
          </a:xfrm>
          <a:prstGeom prst="rect">
            <a:avLst/>
          </a:prstGeom>
          <a:noFill/>
          <a:ln w="0">
            <a:noFill/>
          </a:ln>
        </p:spPr>
        <p:style>
          <a:lnRef idx="0"/>
          <a:fillRef idx="0"/>
          <a:effectRef idx="0"/>
          <a:fontRef idx="minor"/>
        </p:style>
      </p:sp>
      <p:sp>
        <p:nvSpPr>
          <p:cNvPr id="670" name="Rectangle 9"/>
          <p:cNvSpPr/>
          <p:nvPr/>
        </p:nvSpPr>
        <p:spPr>
          <a:xfrm>
            <a:off x="1523880" y="3049200"/>
            <a:ext cx="184320" cy="369000"/>
          </a:xfrm>
          <a:prstGeom prst="rect">
            <a:avLst/>
          </a:prstGeom>
          <a:noFill/>
          <a:ln w="0">
            <a:noFill/>
          </a:ln>
        </p:spPr>
        <p:style>
          <a:lnRef idx="0"/>
          <a:fillRef idx="0"/>
          <a:effectRef idx="0"/>
          <a:fontRef idx="minor"/>
        </p:style>
      </p:sp>
      <p:sp>
        <p:nvSpPr>
          <p:cNvPr id="671" name="Rectangle 10"/>
          <p:cNvSpPr/>
          <p:nvPr/>
        </p:nvSpPr>
        <p:spPr>
          <a:xfrm>
            <a:off x="1523880" y="3049200"/>
            <a:ext cx="184320" cy="369000"/>
          </a:xfrm>
          <a:prstGeom prst="rect">
            <a:avLst/>
          </a:prstGeom>
          <a:noFill/>
          <a:ln w="0">
            <a:noFill/>
          </a:ln>
        </p:spPr>
        <p:style>
          <a:lnRef idx="0"/>
          <a:fillRef idx="0"/>
          <a:effectRef idx="0"/>
          <a:fontRef idx="minor"/>
        </p:style>
      </p:sp>
      <p:sp>
        <p:nvSpPr>
          <p:cNvPr id="672" name="Rectangle 11"/>
          <p:cNvSpPr/>
          <p:nvPr/>
        </p:nvSpPr>
        <p:spPr>
          <a:xfrm>
            <a:off x="1523880" y="3028320"/>
            <a:ext cx="184320" cy="369000"/>
          </a:xfrm>
          <a:prstGeom prst="rect">
            <a:avLst/>
          </a:prstGeom>
          <a:noFill/>
          <a:ln w="0">
            <a:noFill/>
          </a:ln>
        </p:spPr>
        <p:style>
          <a:lnRef idx="0"/>
          <a:fillRef idx="0"/>
          <a:effectRef idx="0"/>
          <a:fontRef idx="minor"/>
        </p:style>
      </p:sp>
      <p:sp>
        <p:nvSpPr>
          <p:cNvPr id="673" name="Rectangle 12"/>
          <p:cNvSpPr/>
          <p:nvPr/>
        </p:nvSpPr>
        <p:spPr>
          <a:xfrm>
            <a:off x="1523880" y="3028320"/>
            <a:ext cx="184320" cy="369000"/>
          </a:xfrm>
          <a:prstGeom prst="rect">
            <a:avLst/>
          </a:prstGeom>
          <a:noFill/>
          <a:ln w="0">
            <a:noFill/>
          </a:ln>
        </p:spPr>
        <p:style>
          <a:lnRef idx="0"/>
          <a:fillRef idx="0"/>
          <a:effectRef idx="0"/>
          <a:fontRef idx="minor"/>
        </p:style>
      </p:sp>
      <p:sp>
        <p:nvSpPr>
          <p:cNvPr id="674" name="Rectangle 13"/>
          <p:cNvSpPr/>
          <p:nvPr/>
        </p:nvSpPr>
        <p:spPr>
          <a:xfrm>
            <a:off x="1523880" y="3028320"/>
            <a:ext cx="184320" cy="369000"/>
          </a:xfrm>
          <a:prstGeom prst="rect">
            <a:avLst/>
          </a:prstGeom>
          <a:noFill/>
          <a:ln w="0">
            <a:noFill/>
          </a:ln>
        </p:spPr>
        <p:style>
          <a:lnRef idx="0"/>
          <a:fillRef idx="0"/>
          <a:effectRef idx="0"/>
          <a:fontRef idx="minor"/>
        </p:style>
      </p:sp>
      <p:pic>
        <p:nvPicPr>
          <p:cNvPr id="675" name="Рисунок 2" descr=""/>
          <p:cNvPicPr/>
          <p:nvPr/>
        </p:nvPicPr>
        <p:blipFill>
          <a:blip r:embed="rId1"/>
          <a:stretch/>
        </p:blipFill>
        <p:spPr>
          <a:xfrm>
            <a:off x="1306800" y="2229480"/>
            <a:ext cx="1944360" cy="1926720"/>
          </a:xfrm>
          <a:prstGeom prst="rect">
            <a:avLst/>
          </a:prstGeom>
          <a:ln w="0">
            <a:noFill/>
          </a:ln>
        </p:spPr>
      </p:pic>
      <p:pic>
        <p:nvPicPr>
          <p:cNvPr id="676" name="Рисунок 3" descr=""/>
          <p:cNvPicPr/>
          <p:nvPr/>
        </p:nvPicPr>
        <p:blipFill>
          <a:blip r:embed="rId2"/>
          <a:stretch/>
        </p:blipFill>
        <p:spPr>
          <a:xfrm>
            <a:off x="5388120" y="2436120"/>
            <a:ext cx="1869840" cy="1298160"/>
          </a:xfrm>
          <a:prstGeom prst="rect">
            <a:avLst/>
          </a:prstGeom>
          <a:ln w="0">
            <a:noFill/>
          </a:ln>
        </p:spPr>
      </p:pic>
      <p:sp>
        <p:nvSpPr>
          <p:cNvPr id="677" name="Rectangle 2"/>
          <p:cNvSpPr/>
          <p:nvPr/>
        </p:nvSpPr>
        <p:spPr>
          <a:xfrm>
            <a:off x="1145880" y="4597200"/>
            <a:ext cx="10216800" cy="1308960"/>
          </a:xfrm>
          <a:prstGeom prst="rect">
            <a:avLst/>
          </a:prstGeom>
          <a:noFill/>
          <a:ln w="0">
            <a:noFill/>
          </a:ln>
        </p:spPr>
        <p:style>
          <a:lnRef idx="0"/>
          <a:fillRef idx="0"/>
          <a:effectRef idx="0"/>
          <a:fontRef idx="minor"/>
        </p:style>
        <p:txBody>
          <a:bodyPr lIns="90000" rIns="90000" tIns="45000" bIns="45000" anchor="ctr">
            <a:spAutoFit/>
          </a:bodyPr>
          <a:p>
            <a:pPr>
              <a:lnSpc>
                <a:spcPct val="100000"/>
              </a:lnSpc>
              <a:buNone/>
            </a:pPr>
            <a:r>
              <a:rPr b="0" lang="ru-RU" sz="2000" spc="-1" strike="noStrike">
                <a:solidFill>
                  <a:srgbClr val="003399"/>
                </a:solidFill>
                <a:latin typeface="Arial"/>
                <a:ea typeface="Arial"/>
              </a:rPr>
              <a:t>Рассмотрим схему и запишем для нее уравнение по </a:t>
            </a:r>
            <a:endParaRPr b="0" lang="ru-RU" sz="2000" spc="-1" strike="noStrike">
              <a:latin typeface="Arial"/>
            </a:endParaRPr>
          </a:p>
          <a:p>
            <a:pPr>
              <a:lnSpc>
                <a:spcPct val="100000"/>
              </a:lnSpc>
              <a:buNone/>
            </a:pPr>
            <a:r>
              <a:rPr b="0" lang="ru-RU" sz="2000" spc="-1" strike="noStrike">
                <a:solidFill>
                  <a:srgbClr val="003399"/>
                </a:solidFill>
                <a:latin typeface="Arial"/>
                <a:ea typeface="Arial"/>
              </a:rPr>
              <a:t>первому закону Кирхгофа. </a:t>
            </a:r>
            <a:endParaRPr b="0" lang="ru-RU" sz="2000" spc="-1" strike="noStrike">
              <a:latin typeface="Arial"/>
            </a:endParaRPr>
          </a:p>
          <a:p>
            <a:pPr>
              <a:lnSpc>
                <a:spcPct val="100000"/>
              </a:lnSpc>
              <a:buNone/>
            </a:pPr>
            <a:r>
              <a:rPr b="0" lang="ru-RU" sz="2000" spc="-1" strike="noStrike">
                <a:solidFill>
                  <a:srgbClr val="003399"/>
                </a:solidFill>
                <a:latin typeface="Arial"/>
                <a:ea typeface="Arial"/>
              </a:rPr>
              <a:t>Токам, направленным к узлу, присвоим знак "плюс", </a:t>
            </a:r>
            <a:endParaRPr b="0" lang="ru-RU" sz="2000" spc="-1" strike="noStrike">
              <a:latin typeface="Arial"/>
            </a:endParaRPr>
          </a:p>
          <a:p>
            <a:pPr>
              <a:lnSpc>
                <a:spcPct val="100000"/>
              </a:lnSpc>
              <a:buNone/>
            </a:pPr>
            <a:r>
              <a:rPr b="0" lang="ru-RU" sz="2000" spc="-1" strike="noStrike">
                <a:solidFill>
                  <a:srgbClr val="003399"/>
                </a:solidFill>
                <a:latin typeface="Arial"/>
                <a:ea typeface="Arial"/>
              </a:rPr>
              <a:t>а токам, направленным от узла</a:t>
            </a:r>
            <a:r>
              <a:rPr b="0" lang="ru-RU" sz="2000" spc="-1" strike="noStrike">
                <a:solidFill>
                  <a:srgbClr val="003399"/>
                </a:solidFill>
                <a:latin typeface="Times New Roman"/>
                <a:ea typeface="Arial"/>
              </a:rPr>
              <a:t>-</a:t>
            </a:r>
            <a:r>
              <a:rPr b="0" lang="ru-RU" sz="2000" spc="-1" strike="noStrike">
                <a:solidFill>
                  <a:srgbClr val="003399"/>
                </a:solidFill>
                <a:latin typeface="Arial"/>
                <a:ea typeface="Arial"/>
              </a:rPr>
              <a:t>знак</a:t>
            </a:r>
            <a:r>
              <a:rPr b="0" lang="ru-RU" sz="2000" spc="-1" strike="noStrike">
                <a:solidFill>
                  <a:srgbClr val="003399"/>
                </a:solidFill>
                <a:latin typeface="Arial"/>
                <a:ea typeface="Arial"/>
              </a:rPr>
              <a:t>	</a:t>
            </a:r>
            <a:r>
              <a:rPr b="0" lang="ru-RU" sz="2000" spc="-1" strike="noStrike">
                <a:solidFill>
                  <a:srgbClr val="003399"/>
                </a:solidFill>
                <a:latin typeface="Arial"/>
                <a:ea typeface="Arial"/>
              </a:rPr>
              <a:t>"минус". </a:t>
            </a:r>
            <a:endParaRPr b="0" lang="ru-RU" sz="2000" spc="-1" strike="noStrike">
              <a:latin typeface="Arial"/>
            </a:endParaRPr>
          </a:p>
        </p:txBody>
      </p:sp>
      <p:sp>
        <p:nvSpPr>
          <p:cNvPr id="678" name="Rectangle 2"/>
          <p:cNvSpPr/>
          <p:nvPr/>
        </p:nvSpPr>
        <p:spPr>
          <a:xfrm>
            <a:off x="804960" y="456480"/>
            <a:ext cx="10898640" cy="1002960"/>
          </a:xfrm>
          <a:prstGeom prst="rect">
            <a:avLst/>
          </a:prstGeom>
          <a:noFill/>
          <a:ln w="0">
            <a:noFill/>
          </a:ln>
        </p:spPr>
        <p:style>
          <a:lnRef idx="0"/>
          <a:fillRef idx="0"/>
          <a:effectRef idx="0"/>
          <a:fontRef idx="minor"/>
        </p:style>
        <p:txBody>
          <a:bodyPr anchor="t">
            <a:noAutofit/>
          </a:bodyPr>
          <a:p>
            <a:pPr algn="ctr">
              <a:lnSpc>
                <a:spcPct val="100000"/>
              </a:lnSpc>
              <a:buNone/>
            </a:pPr>
            <a:r>
              <a:rPr b="1" lang="ru-RU" sz="2600" spc="-1" strike="noStrike">
                <a:solidFill>
                  <a:srgbClr val="352379"/>
                </a:solidFill>
                <a:latin typeface="Times New Roman"/>
                <a:ea typeface="Arial"/>
              </a:rPr>
              <a:t>Законы, описывающие работу электрической цепи</a:t>
            </a:r>
            <a:br>
              <a:rPr sz="2600"/>
            </a:br>
            <a:r>
              <a:rPr b="1" lang="ru-RU" sz="3200" spc="-1" strike="noStrike">
                <a:solidFill>
                  <a:srgbClr val="352379"/>
                </a:solidFill>
                <a:latin typeface="Times New Roman"/>
                <a:ea typeface="Arial"/>
              </a:rPr>
              <a:t>Законы Кирхгофа</a:t>
            </a:r>
            <a:br>
              <a:rPr sz="3200"/>
            </a:br>
            <a:r>
              <a:rPr b="1" lang="ru-RU" sz="3200" spc="-1" strike="noStrike">
                <a:solidFill>
                  <a:srgbClr val="352379"/>
                </a:solidFill>
                <a:latin typeface="Times New Roman"/>
                <a:ea typeface="Arial"/>
              </a:rPr>
              <a:t>Первый закон</a:t>
            </a:r>
            <a:endParaRPr b="0" lang="ru-RU" sz="3200" spc="-1" strike="noStrike">
              <a:latin typeface="Arial"/>
            </a:endParaRPr>
          </a:p>
        </p:txBody>
      </p:sp>
      <p:sp>
        <p:nvSpPr>
          <p:cNvPr id="679" name="Прямоугольник 3"/>
          <p:cNvSpPr/>
          <p:nvPr/>
        </p:nvSpPr>
        <p:spPr>
          <a:xfrm>
            <a:off x="633960" y="69480"/>
            <a:ext cx="1810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1800" spc="-1" strike="noStrike">
                <a:solidFill>
                  <a:srgbClr val="ffffff"/>
                </a:solidFill>
                <a:latin typeface="Montserrat"/>
                <a:ea typeface="Arial"/>
              </a:rPr>
              <a:t>Кафедра ТЭЦ</a:t>
            </a:r>
            <a:endParaRPr b="0" lang="ru-RU" sz="1800" spc="-1" strike="noStrike">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0" name="PlaceHolder 1"/>
          <p:cNvSpPr>
            <a:spLocks noGrp="1"/>
          </p:cNvSpPr>
          <p:nvPr>
            <p:ph type="sldNum" idx="27"/>
          </p:nvPr>
        </p:nvSpPr>
        <p:spPr>
          <a:xfrm>
            <a:off x="8969400" y="6350760"/>
            <a:ext cx="2857320" cy="364680"/>
          </a:xfrm>
          <a:prstGeom prst="rect">
            <a:avLst/>
          </a:prstGeom>
          <a:noFill/>
          <a:ln w="0">
            <a:noFill/>
          </a:ln>
        </p:spPr>
        <p:txBody>
          <a:bodyPr anchor="ctr">
            <a:noAutofit/>
          </a:bodyPr>
          <a:lstStyle>
            <a:lvl1pPr algn="r">
              <a:lnSpc>
                <a:spcPct val="100000"/>
              </a:lnSpc>
              <a:buNone/>
              <a:defRPr b="1" lang="ru-RU" sz="1200" spc="-1" strike="noStrike">
                <a:solidFill>
                  <a:srgbClr val="908da8"/>
                </a:solidFill>
                <a:latin typeface="Arial Black"/>
                <a:ea typeface="Arial"/>
              </a:defRPr>
            </a:lvl1pPr>
          </a:lstStyle>
          <a:p>
            <a:pPr algn="r">
              <a:lnSpc>
                <a:spcPct val="100000"/>
              </a:lnSpc>
              <a:buNone/>
            </a:pPr>
            <a:fld id="{C0C87804-FC71-48D8-9868-253DF16460C1}" type="slidenum">
              <a:rPr b="1" lang="ru-RU" sz="1200" spc="-1" strike="noStrike">
                <a:solidFill>
                  <a:srgbClr val="908da8"/>
                </a:solidFill>
                <a:latin typeface="Arial Black"/>
                <a:ea typeface="Arial"/>
              </a:rPr>
              <a:t>&lt;номер&gt;</a:t>
            </a:fld>
            <a:endParaRPr b="0" lang="ru-RU" sz="1200" spc="-1" strike="noStrike">
              <a:latin typeface="Times New Roman"/>
            </a:endParaRPr>
          </a:p>
        </p:txBody>
      </p:sp>
      <p:sp>
        <p:nvSpPr>
          <p:cNvPr id="681" name="PlaceHolder 2"/>
          <p:cNvSpPr>
            <a:spLocks noGrp="1"/>
          </p:cNvSpPr>
          <p:nvPr>
            <p:ph/>
          </p:nvPr>
        </p:nvSpPr>
        <p:spPr>
          <a:xfrm>
            <a:off x="2208240" y="1268280"/>
            <a:ext cx="8229240" cy="431280"/>
          </a:xfrm>
          <a:prstGeom prst="rect">
            <a:avLst/>
          </a:prstGeom>
          <a:noFill/>
          <a:ln w="0">
            <a:noFill/>
          </a:ln>
        </p:spPr>
        <p:txBody>
          <a:bodyPr anchor="t">
            <a:normAutofit fontScale="50000"/>
          </a:bodyPr>
          <a:p>
            <a:pPr>
              <a:lnSpc>
                <a:spcPct val="90000"/>
              </a:lnSpc>
              <a:spcBef>
                <a:spcPts val="1001"/>
              </a:spcBef>
              <a:buNone/>
              <a:tabLst>
                <a:tab algn="l" pos="0"/>
              </a:tabLst>
            </a:pPr>
            <a:r>
              <a:rPr b="0" lang="ru-RU" sz="2000" spc="-1" strike="noStrike">
                <a:solidFill>
                  <a:srgbClr val="ffffff"/>
                </a:solidFill>
                <a:latin typeface="Montserrat"/>
                <a:ea typeface="Arial"/>
              </a:rPr>
              <a:t>Законы Кирхгофа</a:t>
            </a:r>
            <a:endParaRPr b="0" lang="ru-RU" sz="2000" spc="-1" strike="noStrike">
              <a:solidFill>
                <a:srgbClr val="352379"/>
              </a:solidFill>
              <a:latin typeface="Montserrat"/>
            </a:endParaRPr>
          </a:p>
          <a:p>
            <a:pPr>
              <a:lnSpc>
                <a:spcPct val="90000"/>
              </a:lnSpc>
              <a:spcBef>
                <a:spcPts val="1001"/>
              </a:spcBef>
              <a:buNone/>
              <a:tabLst>
                <a:tab algn="l" pos="0"/>
              </a:tabLst>
            </a:pPr>
            <a:r>
              <a:rPr b="0" lang="ru-RU" sz="2000" spc="-1" strike="noStrike">
                <a:solidFill>
                  <a:srgbClr val="ffffff"/>
                </a:solidFill>
                <a:latin typeface="Montserrat"/>
                <a:ea typeface="Arial"/>
              </a:rPr>
              <a:t>1</a:t>
            </a:r>
            <a:r>
              <a:rPr b="0" lang="ru-RU" sz="2000" spc="-1" strike="noStrike">
                <a:solidFill>
                  <a:srgbClr val="ffffff"/>
                </a:solidFill>
                <a:latin typeface="Montserrat"/>
                <a:ea typeface="Arial"/>
              </a:rPr>
              <a:t>	</a:t>
            </a:r>
            <a:r>
              <a:rPr b="0" lang="ru-RU" sz="2000" spc="-1" strike="noStrike">
                <a:solidFill>
                  <a:srgbClr val="ffffff"/>
                </a:solidFill>
                <a:latin typeface="Montserrat"/>
                <a:ea typeface="Arial"/>
              </a:rPr>
              <a:t>закон Кирхгофа:  алгебраическая сумма токов в любом узле цепи равна нулю:</a:t>
            </a:r>
            <a:endParaRPr b="0" lang="ru-RU" sz="2000" spc="-1" strike="noStrike">
              <a:solidFill>
                <a:srgbClr val="352379"/>
              </a:solidFill>
              <a:latin typeface="Montserrat"/>
            </a:endParaRPr>
          </a:p>
        </p:txBody>
      </p:sp>
      <p:sp>
        <p:nvSpPr>
          <p:cNvPr id="682" name="Rectangle 4"/>
          <p:cNvSpPr/>
          <p:nvPr/>
        </p:nvSpPr>
        <p:spPr>
          <a:xfrm>
            <a:off x="1523880" y="3034800"/>
            <a:ext cx="184320" cy="369000"/>
          </a:xfrm>
          <a:prstGeom prst="rect">
            <a:avLst/>
          </a:prstGeom>
          <a:noFill/>
          <a:ln w="0">
            <a:noFill/>
          </a:ln>
        </p:spPr>
        <p:style>
          <a:lnRef idx="0"/>
          <a:fillRef idx="0"/>
          <a:effectRef idx="0"/>
          <a:fontRef idx="minor"/>
        </p:style>
      </p:sp>
      <p:sp>
        <p:nvSpPr>
          <p:cNvPr id="683" name="Rectangle 5"/>
          <p:cNvSpPr/>
          <p:nvPr/>
        </p:nvSpPr>
        <p:spPr>
          <a:xfrm>
            <a:off x="1523880" y="3049200"/>
            <a:ext cx="184320" cy="369000"/>
          </a:xfrm>
          <a:prstGeom prst="rect">
            <a:avLst/>
          </a:prstGeom>
          <a:noFill/>
          <a:ln w="0">
            <a:noFill/>
          </a:ln>
        </p:spPr>
        <p:style>
          <a:lnRef idx="0"/>
          <a:fillRef idx="0"/>
          <a:effectRef idx="0"/>
          <a:fontRef idx="minor"/>
        </p:style>
      </p:sp>
      <p:sp>
        <p:nvSpPr>
          <p:cNvPr id="684" name="Rectangle 6"/>
          <p:cNvSpPr/>
          <p:nvPr/>
        </p:nvSpPr>
        <p:spPr>
          <a:xfrm>
            <a:off x="1523880" y="-184680"/>
            <a:ext cx="184320" cy="369000"/>
          </a:xfrm>
          <a:prstGeom prst="rect">
            <a:avLst/>
          </a:prstGeom>
          <a:noFill/>
          <a:ln w="0">
            <a:noFill/>
          </a:ln>
        </p:spPr>
        <p:style>
          <a:lnRef idx="0"/>
          <a:fillRef idx="0"/>
          <a:effectRef idx="0"/>
          <a:fontRef idx="minor"/>
        </p:style>
      </p:sp>
      <p:sp>
        <p:nvSpPr>
          <p:cNvPr id="685" name="Rectangle 7"/>
          <p:cNvSpPr/>
          <p:nvPr/>
        </p:nvSpPr>
        <p:spPr>
          <a:xfrm>
            <a:off x="1523880" y="3001320"/>
            <a:ext cx="184320" cy="369000"/>
          </a:xfrm>
          <a:prstGeom prst="rect">
            <a:avLst/>
          </a:prstGeom>
          <a:noFill/>
          <a:ln w="0">
            <a:noFill/>
          </a:ln>
        </p:spPr>
        <p:style>
          <a:lnRef idx="0"/>
          <a:fillRef idx="0"/>
          <a:effectRef idx="0"/>
          <a:fontRef idx="minor"/>
        </p:style>
      </p:sp>
      <p:sp>
        <p:nvSpPr>
          <p:cNvPr id="686" name="Rectangle 8"/>
          <p:cNvSpPr/>
          <p:nvPr/>
        </p:nvSpPr>
        <p:spPr>
          <a:xfrm>
            <a:off x="1523880" y="3049200"/>
            <a:ext cx="184320" cy="369000"/>
          </a:xfrm>
          <a:prstGeom prst="rect">
            <a:avLst/>
          </a:prstGeom>
          <a:noFill/>
          <a:ln w="0">
            <a:noFill/>
          </a:ln>
        </p:spPr>
        <p:style>
          <a:lnRef idx="0"/>
          <a:fillRef idx="0"/>
          <a:effectRef idx="0"/>
          <a:fontRef idx="minor"/>
        </p:style>
      </p:sp>
      <p:sp>
        <p:nvSpPr>
          <p:cNvPr id="687" name="Rectangle 9"/>
          <p:cNvSpPr/>
          <p:nvPr/>
        </p:nvSpPr>
        <p:spPr>
          <a:xfrm>
            <a:off x="1523880" y="3049200"/>
            <a:ext cx="184320" cy="369000"/>
          </a:xfrm>
          <a:prstGeom prst="rect">
            <a:avLst/>
          </a:prstGeom>
          <a:noFill/>
          <a:ln w="0">
            <a:noFill/>
          </a:ln>
        </p:spPr>
        <p:style>
          <a:lnRef idx="0"/>
          <a:fillRef idx="0"/>
          <a:effectRef idx="0"/>
          <a:fontRef idx="minor"/>
        </p:style>
      </p:sp>
      <p:sp>
        <p:nvSpPr>
          <p:cNvPr id="688" name="Rectangle 10"/>
          <p:cNvSpPr/>
          <p:nvPr/>
        </p:nvSpPr>
        <p:spPr>
          <a:xfrm>
            <a:off x="1523880" y="3049200"/>
            <a:ext cx="184320" cy="369000"/>
          </a:xfrm>
          <a:prstGeom prst="rect">
            <a:avLst/>
          </a:prstGeom>
          <a:noFill/>
          <a:ln w="0">
            <a:noFill/>
          </a:ln>
        </p:spPr>
        <p:style>
          <a:lnRef idx="0"/>
          <a:fillRef idx="0"/>
          <a:effectRef idx="0"/>
          <a:fontRef idx="minor"/>
        </p:style>
      </p:sp>
      <p:sp>
        <p:nvSpPr>
          <p:cNvPr id="689" name="Rectangle 11"/>
          <p:cNvSpPr/>
          <p:nvPr/>
        </p:nvSpPr>
        <p:spPr>
          <a:xfrm>
            <a:off x="1523880" y="3028320"/>
            <a:ext cx="184320" cy="369000"/>
          </a:xfrm>
          <a:prstGeom prst="rect">
            <a:avLst/>
          </a:prstGeom>
          <a:noFill/>
          <a:ln w="0">
            <a:noFill/>
          </a:ln>
        </p:spPr>
        <p:style>
          <a:lnRef idx="0"/>
          <a:fillRef idx="0"/>
          <a:effectRef idx="0"/>
          <a:fontRef idx="minor"/>
        </p:style>
      </p:sp>
      <p:sp>
        <p:nvSpPr>
          <p:cNvPr id="690" name="Rectangle 12"/>
          <p:cNvSpPr/>
          <p:nvPr/>
        </p:nvSpPr>
        <p:spPr>
          <a:xfrm>
            <a:off x="1523880" y="3028320"/>
            <a:ext cx="184320" cy="369000"/>
          </a:xfrm>
          <a:prstGeom prst="rect">
            <a:avLst/>
          </a:prstGeom>
          <a:noFill/>
          <a:ln w="0">
            <a:noFill/>
          </a:ln>
        </p:spPr>
        <p:style>
          <a:lnRef idx="0"/>
          <a:fillRef idx="0"/>
          <a:effectRef idx="0"/>
          <a:fontRef idx="minor"/>
        </p:style>
      </p:sp>
      <p:sp>
        <p:nvSpPr>
          <p:cNvPr id="691" name="Rectangle 13"/>
          <p:cNvSpPr/>
          <p:nvPr/>
        </p:nvSpPr>
        <p:spPr>
          <a:xfrm>
            <a:off x="1523880" y="3028320"/>
            <a:ext cx="184320" cy="369000"/>
          </a:xfrm>
          <a:prstGeom prst="rect">
            <a:avLst/>
          </a:prstGeom>
          <a:noFill/>
          <a:ln w="0">
            <a:noFill/>
          </a:ln>
        </p:spPr>
        <p:style>
          <a:lnRef idx="0"/>
          <a:fillRef idx="0"/>
          <a:effectRef idx="0"/>
          <a:fontRef idx="minor"/>
        </p:style>
      </p:sp>
      <p:pic>
        <p:nvPicPr>
          <p:cNvPr id="692" name="Рисунок 2" descr=""/>
          <p:cNvPicPr/>
          <p:nvPr/>
        </p:nvPicPr>
        <p:blipFill>
          <a:blip r:embed="rId1"/>
          <a:stretch/>
        </p:blipFill>
        <p:spPr>
          <a:xfrm>
            <a:off x="1401120" y="1625400"/>
            <a:ext cx="1944360" cy="1926720"/>
          </a:xfrm>
          <a:prstGeom prst="rect">
            <a:avLst/>
          </a:prstGeom>
          <a:ln w="0">
            <a:noFill/>
          </a:ln>
        </p:spPr>
      </p:pic>
      <p:pic>
        <p:nvPicPr>
          <p:cNvPr id="693" name="Рисунок 3" descr=""/>
          <p:cNvPicPr/>
          <p:nvPr/>
        </p:nvPicPr>
        <p:blipFill>
          <a:blip r:embed="rId2"/>
          <a:stretch/>
        </p:blipFill>
        <p:spPr>
          <a:xfrm>
            <a:off x="4943160" y="1894680"/>
            <a:ext cx="1869840" cy="1298160"/>
          </a:xfrm>
          <a:prstGeom prst="rect">
            <a:avLst/>
          </a:prstGeom>
          <a:ln w="0">
            <a:noFill/>
          </a:ln>
        </p:spPr>
      </p:pic>
      <p:sp>
        <p:nvSpPr>
          <p:cNvPr id="694" name="Rectangle 2"/>
          <p:cNvSpPr/>
          <p:nvPr/>
        </p:nvSpPr>
        <p:spPr>
          <a:xfrm>
            <a:off x="1109520" y="3611880"/>
            <a:ext cx="10216800" cy="1308960"/>
          </a:xfrm>
          <a:prstGeom prst="rect">
            <a:avLst/>
          </a:prstGeom>
          <a:noFill/>
          <a:ln w="0">
            <a:noFill/>
          </a:ln>
        </p:spPr>
        <p:style>
          <a:lnRef idx="0"/>
          <a:fillRef idx="0"/>
          <a:effectRef idx="0"/>
          <a:fontRef idx="minor"/>
        </p:style>
        <p:txBody>
          <a:bodyPr lIns="90000" rIns="90000" tIns="45000" bIns="45000" anchor="ctr">
            <a:spAutoFit/>
          </a:bodyPr>
          <a:p>
            <a:pPr>
              <a:lnSpc>
                <a:spcPct val="100000"/>
              </a:lnSpc>
              <a:buNone/>
            </a:pPr>
            <a:r>
              <a:rPr b="0" lang="ru-RU" sz="2000" spc="-1" strike="noStrike">
                <a:solidFill>
                  <a:srgbClr val="003399"/>
                </a:solidFill>
                <a:latin typeface="Arial"/>
                <a:ea typeface="Arial"/>
              </a:rPr>
              <a:t>Рассмотрим схему и запишем для нее уравнение по </a:t>
            </a:r>
            <a:endParaRPr b="0" lang="ru-RU" sz="2000" spc="-1" strike="noStrike">
              <a:latin typeface="Arial"/>
            </a:endParaRPr>
          </a:p>
          <a:p>
            <a:pPr>
              <a:lnSpc>
                <a:spcPct val="100000"/>
              </a:lnSpc>
              <a:buNone/>
            </a:pPr>
            <a:r>
              <a:rPr b="0" lang="ru-RU" sz="2000" spc="-1" strike="noStrike">
                <a:solidFill>
                  <a:srgbClr val="003399"/>
                </a:solidFill>
                <a:latin typeface="Arial"/>
                <a:ea typeface="Arial"/>
              </a:rPr>
              <a:t>первому закону Кирхгофа. </a:t>
            </a:r>
            <a:endParaRPr b="0" lang="ru-RU" sz="2000" spc="-1" strike="noStrike">
              <a:latin typeface="Arial"/>
            </a:endParaRPr>
          </a:p>
          <a:p>
            <a:pPr>
              <a:lnSpc>
                <a:spcPct val="100000"/>
              </a:lnSpc>
              <a:buNone/>
            </a:pPr>
            <a:r>
              <a:rPr b="0" lang="ru-RU" sz="2000" spc="-1" strike="noStrike">
                <a:solidFill>
                  <a:srgbClr val="003399"/>
                </a:solidFill>
                <a:latin typeface="Arial"/>
                <a:ea typeface="Arial"/>
              </a:rPr>
              <a:t>Токам, направленным к узлу, присвоим знак "плюс", </a:t>
            </a:r>
            <a:endParaRPr b="0" lang="ru-RU" sz="2000" spc="-1" strike="noStrike">
              <a:latin typeface="Arial"/>
            </a:endParaRPr>
          </a:p>
          <a:p>
            <a:pPr>
              <a:lnSpc>
                <a:spcPct val="100000"/>
              </a:lnSpc>
              <a:buNone/>
            </a:pPr>
            <a:r>
              <a:rPr b="0" lang="ru-RU" sz="2000" spc="-1" strike="noStrike">
                <a:solidFill>
                  <a:srgbClr val="003399"/>
                </a:solidFill>
                <a:latin typeface="Arial"/>
                <a:ea typeface="Arial"/>
              </a:rPr>
              <a:t>а токам, направленным от узла</a:t>
            </a:r>
            <a:r>
              <a:rPr b="0" lang="ru-RU" sz="2000" spc="-1" strike="noStrike">
                <a:solidFill>
                  <a:srgbClr val="003399"/>
                </a:solidFill>
                <a:latin typeface="Times New Roman"/>
                <a:ea typeface="Arial"/>
              </a:rPr>
              <a:t>-</a:t>
            </a:r>
            <a:r>
              <a:rPr b="0" lang="ru-RU" sz="2000" spc="-1" strike="noStrike">
                <a:solidFill>
                  <a:srgbClr val="003399"/>
                </a:solidFill>
                <a:latin typeface="Arial"/>
                <a:ea typeface="Arial"/>
              </a:rPr>
              <a:t>знак</a:t>
            </a:r>
            <a:r>
              <a:rPr b="0" lang="ru-RU" sz="2000" spc="-1" strike="noStrike">
                <a:solidFill>
                  <a:srgbClr val="003399"/>
                </a:solidFill>
                <a:latin typeface="Arial"/>
                <a:ea typeface="Arial"/>
              </a:rPr>
              <a:t>	</a:t>
            </a:r>
            <a:r>
              <a:rPr b="0" lang="ru-RU" sz="2000" spc="-1" strike="noStrike">
                <a:solidFill>
                  <a:srgbClr val="003399"/>
                </a:solidFill>
                <a:latin typeface="Arial"/>
                <a:ea typeface="Arial"/>
              </a:rPr>
              <a:t>"минус". </a:t>
            </a:r>
            <a:endParaRPr b="0" lang="ru-RU" sz="2000" spc="-1" strike="noStrike">
              <a:latin typeface="Arial"/>
            </a:endParaRPr>
          </a:p>
        </p:txBody>
      </p:sp>
      <p:pic>
        <p:nvPicPr>
          <p:cNvPr id="695" name="image12.png" descr=""/>
          <p:cNvPicPr/>
          <p:nvPr/>
        </p:nvPicPr>
        <p:blipFill>
          <a:blip r:embed="rId3"/>
          <a:stretch/>
        </p:blipFill>
        <p:spPr>
          <a:xfrm>
            <a:off x="3110040" y="6058080"/>
            <a:ext cx="4554000" cy="647280"/>
          </a:xfrm>
          <a:prstGeom prst="rect">
            <a:avLst/>
          </a:prstGeom>
          <a:ln w="0">
            <a:noFill/>
          </a:ln>
        </p:spPr>
      </p:pic>
      <p:pic>
        <p:nvPicPr>
          <p:cNvPr id="696" name="image13.png" descr=""/>
          <p:cNvPicPr/>
          <p:nvPr/>
        </p:nvPicPr>
        <p:blipFill>
          <a:blip r:embed="rId4"/>
          <a:stretch/>
        </p:blipFill>
        <p:spPr>
          <a:xfrm>
            <a:off x="3792600" y="5229360"/>
            <a:ext cx="3465000" cy="747360"/>
          </a:xfrm>
          <a:prstGeom prst="rect">
            <a:avLst/>
          </a:prstGeom>
          <a:ln w="0">
            <a:noFill/>
          </a:ln>
        </p:spPr>
      </p:pic>
      <p:sp>
        <p:nvSpPr>
          <p:cNvPr id="697" name="Rectangle 2"/>
          <p:cNvSpPr/>
          <p:nvPr/>
        </p:nvSpPr>
        <p:spPr>
          <a:xfrm>
            <a:off x="804960" y="456480"/>
            <a:ext cx="10898640" cy="1002960"/>
          </a:xfrm>
          <a:prstGeom prst="rect">
            <a:avLst/>
          </a:prstGeom>
          <a:noFill/>
          <a:ln w="0">
            <a:noFill/>
          </a:ln>
        </p:spPr>
        <p:style>
          <a:lnRef idx="0"/>
          <a:fillRef idx="0"/>
          <a:effectRef idx="0"/>
          <a:fontRef idx="minor"/>
        </p:style>
        <p:txBody>
          <a:bodyPr anchor="t">
            <a:noAutofit/>
          </a:bodyPr>
          <a:p>
            <a:pPr algn="ctr">
              <a:lnSpc>
                <a:spcPct val="100000"/>
              </a:lnSpc>
              <a:buNone/>
            </a:pPr>
            <a:r>
              <a:rPr b="1" lang="ru-RU" sz="2600" spc="-1" strike="noStrike">
                <a:solidFill>
                  <a:srgbClr val="352379"/>
                </a:solidFill>
                <a:latin typeface="Times New Roman"/>
                <a:ea typeface="Arial"/>
              </a:rPr>
              <a:t>Законы, описывающие работу электрической цепи</a:t>
            </a:r>
            <a:br>
              <a:rPr sz="2600"/>
            </a:br>
            <a:r>
              <a:rPr b="1" lang="ru-RU" sz="3200" spc="-1" strike="noStrike">
                <a:solidFill>
                  <a:srgbClr val="352379"/>
                </a:solidFill>
                <a:latin typeface="Times New Roman"/>
                <a:ea typeface="Arial"/>
              </a:rPr>
              <a:t>Законы Кирхгофа</a:t>
            </a:r>
            <a:br>
              <a:rPr sz="3200"/>
            </a:br>
            <a:r>
              <a:rPr b="1" lang="ru-RU" sz="3200" spc="-1" strike="noStrike">
                <a:solidFill>
                  <a:srgbClr val="352379"/>
                </a:solidFill>
                <a:latin typeface="Times New Roman"/>
                <a:ea typeface="Arial"/>
              </a:rPr>
              <a:t>Первый закон</a:t>
            </a:r>
            <a:endParaRPr b="0" lang="ru-RU" sz="3200" spc="-1" strike="noStrike">
              <a:latin typeface="Arial"/>
            </a:endParaRPr>
          </a:p>
        </p:txBody>
      </p:sp>
      <p:sp>
        <p:nvSpPr>
          <p:cNvPr id="698" name="Прямоугольник 3"/>
          <p:cNvSpPr/>
          <p:nvPr/>
        </p:nvSpPr>
        <p:spPr>
          <a:xfrm>
            <a:off x="618840" y="73080"/>
            <a:ext cx="1810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1800" spc="-1" strike="noStrike">
                <a:solidFill>
                  <a:srgbClr val="ffffff"/>
                </a:solidFill>
                <a:latin typeface="Montserrat"/>
                <a:ea typeface="Arial"/>
              </a:rPr>
              <a:t>Кафедра ТЭЦ</a:t>
            </a:r>
            <a:endParaRPr b="0" lang="ru-RU" sz="1800" spc="-1" strike="noStrike">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 name="PlaceHolder 1"/>
          <p:cNvSpPr>
            <a:spLocks noGrp="1"/>
          </p:cNvSpPr>
          <p:nvPr>
            <p:ph type="title"/>
          </p:nvPr>
        </p:nvSpPr>
        <p:spPr>
          <a:xfrm>
            <a:off x="2239920" y="228600"/>
            <a:ext cx="7772040" cy="5733720"/>
          </a:xfrm>
          <a:prstGeom prst="rect">
            <a:avLst/>
          </a:prstGeom>
          <a:noFill/>
          <a:ln w="0">
            <a:noFill/>
          </a:ln>
        </p:spPr>
        <p:txBody>
          <a:bodyPr anchor="t">
            <a:noAutofit/>
          </a:bodyPr>
          <a:p>
            <a:endParaRPr b="0" lang="ru-RU" sz="1800" spc="-1" strike="noStrike">
              <a:solidFill>
                <a:srgbClr val="352379"/>
              </a:solidFill>
              <a:latin typeface="Montserrat"/>
            </a:endParaRPr>
          </a:p>
        </p:txBody>
      </p:sp>
      <p:sp>
        <p:nvSpPr>
          <p:cNvPr id="700" name="Text Box 3"/>
          <p:cNvSpPr/>
          <p:nvPr/>
        </p:nvSpPr>
        <p:spPr>
          <a:xfrm>
            <a:off x="831960" y="1288800"/>
            <a:ext cx="9822240" cy="25275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ru-RU" sz="4000" spc="-1" strike="noStrike">
                <a:solidFill>
                  <a:srgbClr val="352379"/>
                </a:solidFill>
                <a:latin typeface="Montserrat"/>
                <a:ea typeface="Arial"/>
              </a:rPr>
              <a:t>Физически первый закон</a:t>
            </a:r>
            <a:endParaRPr b="0" lang="ru-RU" sz="4000" spc="-1" strike="noStrike">
              <a:latin typeface="Arial"/>
            </a:endParaRPr>
          </a:p>
          <a:p>
            <a:pPr>
              <a:lnSpc>
                <a:spcPct val="100000"/>
              </a:lnSpc>
              <a:buNone/>
            </a:pPr>
            <a:r>
              <a:rPr b="1" lang="ru-RU" sz="4000" spc="-1" strike="noStrike">
                <a:solidFill>
                  <a:srgbClr val="352379"/>
                </a:solidFill>
                <a:latin typeface="Montserrat"/>
                <a:ea typeface="Arial"/>
              </a:rPr>
              <a:t>Кирхгофа – это закон непрерывности</a:t>
            </a:r>
            <a:endParaRPr b="0" lang="ru-RU" sz="4000" spc="-1" strike="noStrike">
              <a:latin typeface="Arial"/>
            </a:endParaRPr>
          </a:p>
          <a:p>
            <a:pPr>
              <a:lnSpc>
                <a:spcPct val="100000"/>
              </a:lnSpc>
              <a:buNone/>
            </a:pPr>
            <a:r>
              <a:rPr b="1" lang="ru-RU" sz="4000" spc="-1" strike="noStrike">
                <a:solidFill>
                  <a:srgbClr val="352379"/>
                </a:solidFill>
                <a:latin typeface="Montserrat"/>
                <a:ea typeface="Arial"/>
              </a:rPr>
              <a:t>электрического тока</a:t>
            </a:r>
            <a:endParaRPr b="0" lang="ru-RU" sz="4000" spc="-1" strike="noStrike">
              <a:latin typeface="Arial"/>
            </a:endParaRPr>
          </a:p>
        </p:txBody>
      </p:sp>
      <p:sp>
        <p:nvSpPr>
          <p:cNvPr id="701" name="Прямоугольник 1"/>
          <p:cNvSpPr/>
          <p:nvPr/>
        </p:nvSpPr>
        <p:spPr>
          <a:xfrm>
            <a:off x="766440" y="43920"/>
            <a:ext cx="1810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1800" spc="-1" strike="noStrike">
                <a:solidFill>
                  <a:srgbClr val="ffffff"/>
                </a:solidFill>
                <a:latin typeface="Montserrat"/>
                <a:ea typeface="Arial"/>
              </a:rPr>
              <a:t>Кафедра ТЭЦ</a:t>
            </a:r>
            <a:endParaRPr b="0" lang="ru-RU" sz="1800" spc="-1" strike="noStrike">
              <a:latin typeface="Arial"/>
            </a:endParaRPr>
          </a:p>
        </p:txBody>
      </p:sp>
      <p:sp>
        <p:nvSpPr>
          <p:cNvPr id="3" name="PlaceHolder 2"/>
          <p:cNvSpPr>
            <a:spLocks noGrp="1"/>
          </p:cNvSpPr>
          <p:nvPr>
            <p:ph type="sldNum" idx="6"/>
          </p:nvPr>
        </p:nvSpPr>
        <p:spPr/>
        <p:txBody>
          <a:bodyPr/>
          <a:p>
            <a:fld id="{8949E8A6-0C29-4292-B648-48D61C81D2C6}" type="slidenum">
              <a:t>33</a:t>
            </a:fld>
          </a:p>
        </p:txBody>
      </p:sp>
    </p:spTree>
  </p:cSld>
  <mc:AlternateContent>
    <mc:Choice Requires="p14">
      <p:transition spd="slow" p14:dur="2000"/>
    </mc:Choice>
    <mc:Fallback>
      <p:transition spd="slow"/>
    </mc:Fallback>
  </mc:AlternateContent>
  <p:timing>
    <p:tnLst>
      <p:par>
        <p:cTn id="255" dur="indefinite" restart="never" nodeType="tmRoot">
          <p:childTnLst>
            <p:seq>
              <p:cTn id="256" dur="indefinite" nodeType="mainSeq">
                <p:childTnLst>
                  <p:par>
                    <p:cTn id="257" nodeType="clickEffect" fill="hold">
                      <p:stCondLst>
                        <p:cond delay="0"/>
                      </p:stCondLst>
                      <p:childTnLst>
                        <p:par>
                          <p:cTn id="258" nodeType="withEffect" fill="hold">
                            <p:stCondLst>
                              <p:cond delay="0"/>
                            </p:stCondLst>
                            <p:childTnLst>
                              <p:par>
                                <p:cTn id="259" nodeType="afterEffect" fill="hold" presetClass="entr" presetID="22" presetSubtype="1">
                                  <p:stCondLst>
                                    <p:cond delay="0"/>
                                  </p:stCondLst>
                                  <p:childTnLst>
                                    <p:set>
                                      <p:cBhvr>
                                        <p:cTn id="260" dur="1" fill="hold">
                                          <p:stCondLst>
                                            <p:cond delay="0"/>
                                          </p:stCondLst>
                                        </p:cTn>
                                        <p:tgtEl>
                                          <p:spTgt spid="699"/>
                                        </p:tgtEl>
                                        <p:attrNameLst>
                                          <p:attrName>style.visibility</p:attrName>
                                        </p:attrNameLst>
                                      </p:cBhvr>
                                      <p:to>
                                        <p:strVal val="visible"/>
                                      </p:to>
                                    </p:set>
                                    <p:animEffect filter="wipe(up)" transition="in">
                                      <p:cBhvr additive="repl">
                                        <p:cTn id="261" dur="500"/>
                                        <p:tgtEl>
                                          <p:spTgt spid="6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PlaceHolder 1"/>
          <p:cNvSpPr>
            <a:spLocks noGrp="1"/>
          </p:cNvSpPr>
          <p:nvPr>
            <p:ph type="title"/>
          </p:nvPr>
        </p:nvSpPr>
        <p:spPr>
          <a:xfrm>
            <a:off x="862200" y="502560"/>
            <a:ext cx="10898640" cy="1002960"/>
          </a:xfrm>
          <a:prstGeom prst="rect">
            <a:avLst/>
          </a:prstGeom>
          <a:noFill/>
          <a:ln w="0">
            <a:noFill/>
          </a:ln>
        </p:spPr>
        <p:txBody>
          <a:bodyPr anchor="t">
            <a:noAutofit/>
          </a:bodyPr>
          <a:p>
            <a:pPr algn="ctr">
              <a:lnSpc>
                <a:spcPct val="100000"/>
              </a:lnSpc>
              <a:buNone/>
            </a:pPr>
            <a:r>
              <a:rPr b="1" lang="ru-RU" sz="2600" spc="-1" strike="noStrike">
                <a:solidFill>
                  <a:srgbClr val="352379"/>
                </a:solidFill>
                <a:latin typeface="Times New Roman"/>
                <a:ea typeface="Arial"/>
              </a:rPr>
              <a:t>Законы, описывающие работу электрической цепи</a:t>
            </a:r>
            <a:br>
              <a:rPr sz="2600"/>
            </a:br>
            <a:r>
              <a:rPr b="1" lang="ru-RU" sz="3200" spc="-1" strike="noStrike">
                <a:solidFill>
                  <a:srgbClr val="352379"/>
                </a:solidFill>
                <a:latin typeface="Times New Roman"/>
                <a:ea typeface="Arial"/>
              </a:rPr>
              <a:t>Законы Кирхгофа</a:t>
            </a:r>
            <a:br>
              <a:rPr sz="3200"/>
            </a:br>
            <a:r>
              <a:rPr b="1" lang="ru-RU" sz="3200" spc="-1" strike="noStrike">
                <a:solidFill>
                  <a:srgbClr val="352379"/>
                </a:solidFill>
                <a:latin typeface="Times New Roman"/>
                <a:ea typeface="Arial"/>
              </a:rPr>
              <a:t>Второй закон</a:t>
            </a:r>
            <a:endParaRPr b="0" lang="ru-RU" sz="3200" spc="-1" strike="noStrike">
              <a:solidFill>
                <a:srgbClr val="352379"/>
              </a:solidFill>
              <a:latin typeface="Montserrat"/>
            </a:endParaRPr>
          </a:p>
        </p:txBody>
      </p:sp>
      <p:pic>
        <p:nvPicPr>
          <p:cNvPr id="703" name="Picture 4" descr=""/>
          <p:cNvPicPr/>
          <p:nvPr/>
        </p:nvPicPr>
        <p:blipFill>
          <a:blip r:embed="rId1"/>
          <a:stretch/>
        </p:blipFill>
        <p:spPr>
          <a:xfrm>
            <a:off x="1523880" y="2205000"/>
            <a:ext cx="4787640" cy="2574720"/>
          </a:xfrm>
          <a:prstGeom prst="rect">
            <a:avLst/>
          </a:prstGeom>
          <a:ln w="0">
            <a:noFill/>
          </a:ln>
        </p:spPr>
      </p:pic>
      <p:sp>
        <p:nvSpPr>
          <p:cNvPr id="704" name="Text Box 5"/>
          <p:cNvSpPr/>
          <p:nvPr/>
        </p:nvSpPr>
        <p:spPr>
          <a:xfrm>
            <a:off x="7114680" y="2667600"/>
            <a:ext cx="4603680" cy="29610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001"/>
              </a:spcBef>
              <a:buNone/>
            </a:pPr>
            <a:r>
              <a:rPr b="0" lang="ru-RU" sz="2000" spc="-1" strike="noStrike">
                <a:solidFill>
                  <a:srgbClr val="352379"/>
                </a:solidFill>
                <a:latin typeface="Times New Roman"/>
                <a:ea typeface="Arial"/>
              </a:rPr>
              <a:t>Алгебраическая сумма напряжений на резистивных элементах замкнутого  активного контура равна алгебраической сумме ЭДС, входящих в этот контур.</a:t>
            </a:r>
            <a:endParaRPr b="0" lang="ru-RU" sz="2000" spc="-1" strike="noStrike">
              <a:latin typeface="Arial"/>
            </a:endParaRPr>
          </a:p>
          <a:p>
            <a:pPr>
              <a:lnSpc>
                <a:spcPct val="100000"/>
              </a:lnSpc>
              <a:spcBef>
                <a:spcPts val="1001"/>
              </a:spcBef>
              <a:buNone/>
            </a:pPr>
            <a:r>
              <a:rPr b="0" lang="ru-RU" sz="2000" spc="-1" strike="noStrike">
                <a:solidFill>
                  <a:srgbClr val="352379"/>
                </a:solidFill>
                <a:latin typeface="Times New Roman"/>
                <a:ea typeface="Arial"/>
              </a:rPr>
              <a:t>Правило: если ЭДС и ток имеют одинаковое направление с направлением обхода  контура, то они берутся с «+», если нет, то с «-».</a:t>
            </a:r>
            <a:endParaRPr b="0" lang="ru-RU" sz="2000" spc="-1" strike="noStrike">
              <a:latin typeface="Arial"/>
            </a:endParaRPr>
          </a:p>
        </p:txBody>
      </p:sp>
      <p:sp>
        <p:nvSpPr>
          <p:cNvPr id="705" name="Rectangle 7"/>
          <p:cNvSpPr/>
          <p:nvPr/>
        </p:nvSpPr>
        <p:spPr>
          <a:xfrm>
            <a:off x="1523880" y="3115800"/>
            <a:ext cx="184320" cy="369000"/>
          </a:xfrm>
          <a:prstGeom prst="rect">
            <a:avLst/>
          </a:prstGeom>
          <a:noFill/>
          <a:ln w="0">
            <a:noFill/>
          </a:ln>
        </p:spPr>
        <p:style>
          <a:lnRef idx="0"/>
          <a:fillRef idx="0"/>
          <a:effectRef idx="0"/>
          <a:fontRef idx="minor"/>
        </p:style>
      </p:sp>
      <p:graphicFrame>
        <p:nvGraphicFramePr>
          <p:cNvPr id="706" name="Object 6"/>
          <p:cNvGraphicFramePr/>
          <p:nvPr/>
        </p:nvGraphicFramePr>
        <p:xfrm>
          <a:off x="2135160" y="4941720"/>
          <a:ext cx="3312720" cy="867960"/>
        </p:xfrm>
        <a:graphic>
          <a:graphicData uri="http://schemas.openxmlformats.org/presentationml/2006/ole">
            <p:oleObj progId="Equation.3" r:id="rId2" spid="">
              <p:embed/>
              <p:pic>
                <p:nvPicPr>
                  <p:cNvPr id="707" name="Object 6" descr=""/>
                  <p:cNvPicPr/>
                  <p:nvPr/>
                </p:nvPicPr>
                <p:blipFill>
                  <a:blip r:embed="rId3"/>
                  <a:stretch/>
                </p:blipFill>
                <p:spPr>
                  <a:xfrm>
                    <a:off x="2135160" y="4941720"/>
                    <a:ext cx="3312720" cy="867960"/>
                  </a:xfrm>
                  <a:prstGeom prst="rect">
                    <a:avLst/>
                  </a:prstGeom>
                  <a:ln w="0">
                    <a:noFill/>
                  </a:ln>
                </p:spPr>
              </p:pic>
            </p:oleObj>
          </a:graphicData>
        </a:graphic>
      </p:graphicFrame>
      <p:sp>
        <p:nvSpPr>
          <p:cNvPr id="708" name="Прямоугольник 1"/>
          <p:cNvSpPr/>
          <p:nvPr/>
        </p:nvSpPr>
        <p:spPr>
          <a:xfrm>
            <a:off x="711360" y="133200"/>
            <a:ext cx="1810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1800" spc="-1" strike="noStrike">
                <a:solidFill>
                  <a:srgbClr val="ffffff"/>
                </a:solidFill>
                <a:latin typeface="Montserrat"/>
                <a:ea typeface="Arial"/>
              </a:rPr>
              <a:t>Кафедра ТЭЦ</a:t>
            </a:r>
            <a:endParaRPr b="0" lang="ru-RU" sz="1800" spc="-1" strike="noStrike">
              <a:latin typeface="Arial"/>
            </a:endParaRPr>
          </a:p>
        </p:txBody>
      </p:sp>
      <p:pic>
        <p:nvPicPr>
          <p:cNvPr id="709" name="" descr=""/>
          <p:cNvPicPr/>
          <p:nvPr/>
        </p:nvPicPr>
        <p:blipFill>
          <a:blip r:embed="rId4"/>
          <a:stretch/>
        </p:blipFill>
        <p:spPr>
          <a:xfrm>
            <a:off x="2133720" y="4940280"/>
            <a:ext cx="3301920" cy="86364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10" name="Group 40"/>
          <p:cNvGrpSpPr/>
          <p:nvPr/>
        </p:nvGrpSpPr>
        <p:grpSpPr>
          <a:xfrm>
            <a:off x="2728800" y="1727280"/>
            <a:ext cx="784080" cy="588960"/>
            <a:chOff x="2728800" y="1727280"/>
            <a:chExt cx="784080" cy="588960"/>
          </a:xfrm>
        </p:grpSpPr>
        <p:graphicFrame>
          <p:nvGraphicFramePr>
            <p:cNvPr id="711" name="Object 41"/>
            <p:cNvGraphicFramePr/>
            <p:nvPr/>
          </p:nvGraphicFramePr>
          <p:xfrm>
            <a:off x="3009960" y="1727280"/>
            <a:ext cx="284760" cy="441720"/>
          </p:xfrm>
          <a:graphic>
            <a:graphicData uri="http://schemas.openxmlformats.org/presentationml/2006/ole">
              <p:oleObj progId="Equation.3" r:id="rId1" spid="">
                <p:embed/>
                <p:pic>
                  <p:nvPicPr>
                    <p:cNvPr id="712" name="Object 41" descr=""/>
                    <p:cNvPicPr/>
                    <p:nvPr/>
                  </p:nvPicPr>
                  <p:blipFill>
                    <a:blip r:embed="rId2"/>
                    <a:stretch/>
                  </p:blipFill>
                  <p:spPr>
                    <a:xfrm>
                      <a:off x="3009960" y="1727280"/>
                      <a:ext cx="284760" cy="441720"/>
                    </a:xfrm>
                    <a:prstGeom prst="rect">
                      <a:avLst/>
                    </a:prstGeom>
                    <a:ln w="0">
                      <a:noFill/>
                    </a:ln>
                  </p:spPr>
                </p:pic>
              </p:oleObj>
            </a:graphicData>
          </a:graphic>
        </p:graphicFrame>
        <p:sp>
          <p:nvSpPr>
            <p:cNvPr id="713" name="Line 42"/>
            <p:cNvSpPr/>
            <p:nvPr/>
          </p:nvSpPr>
          <p:spPr>
            <a:xfrm flipH="1">
              <a:off x="2728800" y="2315880"/>
              <a:ext cx="784080" cy="360"/>
            </a:xfrm>
            <a:prstGeom prst="line">
              <a:avLst/>
            </a:prstGeom>
            <a:ln w="38100">
              <a:solidFill>
                <a:srgbClr val="352379"/>
              </a:solidFill>
              <a:round/>
              <a:tailEnd len="med" type="triangle" w="med"/>
            </a:ln>
          </p:spPr>
          <p:style>
            <a:lnRef idx="0"/>
            <a:fillRef idx="0"/>
            <a:effectRef idx="0"/>
            <a:fontRef idx="minor"/>
          </p:style>
        </p:sp>
      </p:grpSp>
      <p:sp>
        <p:nvSpPr>
          <p:cNvPr id="714" name="Text Box 44"/>
          <p:cNvSpPr/>
          <p:nvPr/>
        </p:nvSpPr>
        <p:spPr>
          <a:xfrm>
            <a:off x="4703760" y="3184200"/>
            <a:ext cx="312120" cy="51588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1400"/>
              </a:spcBef>
              <a:buNone/>
            </a:pPr>
            <a:r>
              <a:rPr b="1" lang="ru-RU" sz="2800" spc="-1" strike="noStrike">
                <a:solidFill>
                  <a:srgbClr val="352379"/>
                </a:solidFill>
                <a:latin typeface="Montserrat"/>
                <a:ea typeface="Arial"/>
              </a:rPr>
              <a:t>J</a:t>
            </a:r>
            <a:endParaRPr b="0" lang="ru-RU" sz="2800" spc="-1" strike="noStrike">
              <a:latin typeface="Arial"/>
            </a:endParaRPr>
          </a:p>
        </p:txBody>
      </p:sp>
      <p:sp>
        <p:nvSpPr>
          <p:cNvPr id="715" name="Line 45"/>
          <p:cNvSpPr/>
          <p:nvPr/>
        </p:nvSpPr>
        <p:spPr>
          <a:xfrm flipV="1">
            <a:off x="5510160" y="3790800"/>
            <a:ext cx="360" cy="547560"/>
          </a:xfrm>
          <a:prstGeom prst="line">
            <a:avLst/>
          </a:prstGeom>
          <a:ln w="38100">
            <a:solidFill>
              <a:srgbClr val="352379"/>
            </a:solidFill>
            <a:round/>
            <a:tailEnd len="med" type="triangle" w="med"/>
          </a:ln>
        </p:spPr>
        <p:style>
          <a:lnRef idx="0"/>
          <a:fillRef idx="0"/>
          <a:effectRef idx="0"/>
          <a:fontRef idx="minor"/>
        </p:style>
      </p:sp>
      <p:grpSp>
        <p:nvGrpSpPr>
          <p:cNvPr id="716" name="Group 46"/>
          <p:cNvGrpSpPr/>
          <p:nvPr/>
        </p:nvGrpSpPr>
        <p:grpSpPr>
          <a:xfrm>
            <a:off x="4416120" y="4503600"/>
            <a:ext cx="831960" cy="542880"/>
            <a:chOff x="4416120" y="4503600"/>
            <a:chExt cx="831960" cy="542880"/>
          </a:xfrm>
        </p:grpSpPr>
        <p:graphicFrame>
          <p:nvGraphicFramePr>
            <p:cNvPr id="717" name="Object 47"/>
            <p:cNvGraphicFramePr/>
            <p:nvPr/>
          </p:nvGraphicFramePr>
          <p:xfrm>
            <a:off x="4901760" y="4557240"/>
            <a:ext cx="330480" cy="489240"/>
          </p:xfrm>
          <a:graphic>
            <a:graphicData uri="http://schemas.openxmlformats.org/presentationml/2006/ole">
              <p:oleObj progId="Equation.3" r:id="rId3" spid="">
                <p:embed/>
                <p:pic>
                  <p:nvPicPr>
                    <p:cNvPr id="718" name="Object 47" descr=""/>
                    <p:cNvPicPr/>
                    <p:nvPr/>
                  </p:nvPicPr>
                  <p:blipFill>
                    <a:blip r:embed="rId4"/>
                    <a:stretch/>
                  </p:blipFill>
                  <p:spPr>
                    <a:xfrm>
                      <a:off x="4901760" y="4557240"/>
                      <a:ext cx="330480" cy="489240"/>
                    </a:xfrm>
                    <a:prstGeom prst="rect">
                      <a:avLst/>
                    </a:prstGeom>
                    <a:ln w="0">
                      <a:noFill/>
                    </a:ln>
                  </p:spPr>
                </p:pic>
              </p:oleObj>
            </a:graphicData>
          </a:graphic>
        </p:graphicFrame>
        <p:sp>
          <p:nvSpPr>
            <p:cNvPr id="719" name="Line 48"/>
            <p:cNvSpPr/>
            <p:nvPr/>
          </p:nvSpPr>
          <p:spPr>
            <a:xfrm flipH="1">
              <a:off x="4416120" y="4503600"/>
              <a:ext cx="831960" cy="360"/>
            </a:xfrm>
            <a:prstGeom prst="line">
              <a:avLst/>
            </a:prstGeom>
            <a:ln w="38100">
              <a:solidFill>
                <a:srgbClr val="352379"/>
              </a:solidFill>
              <a:round/>
              <a:tailEnd len="med" type="triangle" w="med"/>
            </a:ln>
          </p:spPr>
          <p:style>
            <a:lnRef idx="0"/>
            <a:fillRef idx="0"/>
            <a:effectRef idx="0"/>
            <a:fontRef idx="minor"/>
          </p:style>
        </p:sp>
      </p:grpSp>
      <p:sp>
        <p:nvSpPr>
          <p:cNvPr id="720" name="Text Box 52"/>
          <p:cNvSpPr/>
          <p:nvPr/>
        </p:nvSpPr>
        <p:spPr>
          <a:xfrm>
            <a:off x="2296080" y="586800"/>
            <a:ext cx="2954880" cy="69876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2001"/>
              </a:spcBef>
              <a:buNone/>
            </a:pPr>
            <a:r>
              <a:rPr b="0" lang="ru-RU" sz="4000" spc="-1" strike="noStrike">
                <a:solidFill>
                  <a:srgbClr val="352379"/>
                </a:solidFill>
                <a:latin typeface="Bookman Old Style"/>
                <a:ea typeface="Arial"/>
              </a:rPr>
              <a:t>Например</a:t>
            </a:r>
            <a:r>
              <a:rPr b="0" lang="ru-RU" sz="3500" spc="-1" strike="noStrike">
                <a:solidFill>
                  <a:srgbClr val="352379"/>
                </a:solidFill>
                <a:latin typeface="Bookman Old Style"/>
                <a:ea typeface="Arial"/>
              </a:rPr>
              <a:t>:</a:t>
            </a:r>
            <a:endParaRPr b="0" lang="ru-RU" sz="3500" spc="-1" strike="noStrike">
              <a:latin typeface="Arial"/>
            </a:endParaRPr>
          </a:p>
        </p:txBody>
      </p:sp>
      <p:sp>
        <p:nvSpPr>
          <p:cNvPr id="721" name="AutoShape 38"/>
          <p:cNvSpPr/>
          <p:nvPr/>
        </p:nvSpPr>
        <p:spPr>
          <a:xfrm>
            <a:off x="3430440" y="2851200"/>
            <a:ext cx="961560" cy="879120"/>
          </a:xfrm>
          <a:custGeom>
            <a:avLst/>
            <a:gdLst/>
            <a:ahLst/>
            <a:rect l="l" t="t" r="r" b="b"/>
            <a:pathLst>
              <a:path w="21600" h="21600">
                <a:moveTo>
                  <a:pt x="12532" y="19653"/>
                </a:moveTo>
                <a:cubicBezTo>
                  <a:pt x="16767" y="18825"/>
                  <a:pt x="19822" y="15114"/>
                  <a:pt x="19822" y="10800"/>
                </a:cubicBezTo>
                <a:cubicBezTo>
                  <a:pt x="19822" y="5817"/>
                  <a:pt x="15782" y="1778"/>
                  <a:pt x="10800" y="1778"/>
                </a:cubicBezTo>
                <a:cubicBezTo>
                  <a:pt x="5817" y="1778"/>
                  <a:pt x="1778" y="5817"/>
                  <a:pt x="1778" y="10800"/>
                </a:cubicBezTo>
                <a:lnTo>
                  <a:pt x="0" y="10800"/>
                </a:lnTo>
                <a:cubicBezTo>
                  <a:pt x="0" y="4835"/>
                  <a:pt x="4835" y="0"/>
                  <a:pt x="10800" y="0"/>
                </a:cubicBezTo>
                <a:cubicBezTo>
                  <a:pt x="16764" y="0"/>
                  <a:pt x="21600" y="4835"/>
                  <a:pt x="21600" y="10800"/>
                </a:cubicBezTo>
                <a:cubicBezTo>
                  <a:pt x="21600" y="15964"/>
                  <a:pt x="17943" y="20406"/>
                  <a:pt x="12874" y="21398"/>
                </a:cubicBezTo>
                <a:lnTo>
                  <a:pt x="13393" y="24048"/>
                </a:lnTo>
                <a:lnTo>
                  <a:pt x="9181" y="21215"/>
                </a:lnTo>
                <a:lnTo>
                  <a:pt x="12014" y="17004"/>
                </a:lnTo>
                <a:lnTo>
                  <a:pt x="12532" y="19653"/>
                </a:lnTo>
                <a:close/>
              </a:path>
            </a:pathLst>
          </a:custGeom>
          <a:solidFill>
            <a:schemeClr val="accent1"/>
          </a:solidFill>
          <a:ln w="38100">
            <a:solidFill>
              <a:srgbClr val="352379"/>
            </a:solidFill>
            <a:miter/>
          </a:ln>
        </p:spPr>
        <p:style>
          <a:lnRef idx="0"/>
          <a:fillRef idx="0"/>
          <a:effectRef idx="0"/>
          <a:fontRef idx="minor"/>
        </p:style>
      </p:sp>
      <p:sp>
        <p:nvSpPr>
          <p:cNvPr id="722" name="Line 7"/>
          <p:cNvSpPr/>
          <p:nvPr/>
        </p:nvSpPr>
        <p:spPr>
          <a:xfrm>
            <a:off x="2300040" y="2315880"/>
            <a:ext cx="3210120" cy="360"/>
          </a:xfrm>
          <a:prstGeom prst="line">
            <a:avLst/>
          </a:prstGeom>
          <a:ln w="38100">
            <a:solidFill>
              <a:srgbClr val="352379"/>
            </a:solidFill>
            <a:round/>
          </a:ln>
        </p:spPr>
        <p:style>
          <a:lnRef idx="0"/>
          <a:fillRef idx="0"/>
          <a:effectRef idx="0"/>
          <a:fontRef idx="minor"/>
        </p:style>
      </p:sp>
      <p:sp>
        <p:nvSpPr>
          <p:cNvPr id="723" name="Line 8"/>
          <p:cNvSpPr/>
          <p:nvPr/>
        </p:nvSpPr>
        <p:spPr>
          <a:xfrm>
            <a:off x="5510160" y="2315880"/>
            <a:ext cx="360" cy="2211480"/>
          </a:xfrm>
          <a:prstGeom prst="line">
            <a:avLst/>
          </a:prstGeom>
          <a:ln w="38100">
            <a:solidFill>
              <a:srgbClr val="352379"/>
            </a:solidFill>
            <a:round/>
          </a:ln>
        </p:spPr>
        <p:style>
          <a:lnRef idx="0"/>
          <a:fillRef idx="0"/>
          <a:effectRef idx="0"/>
          <a:fontRef idx="minor"/>
        </p:style>
      </p:sp>
      <p:sp>
        <p:nvSpPr>
          <p:cNvPr id="724" name="Line 9"/>
          <p:cNvSpPr/>
          <p:nvPr/>
        </p:nvSpPr>
        <p:spPr>
          <a:xfrm flipV="1">
            <a:off x="5486400" y="1887480"/>
            <a:ext cx="571320" cy="428400"/>
          </a:xfrm>
          <a:prstGeom prst="line">
            <a:avLst/>
          </a:prstGeom>
          <a:ln w="38100">
            <a:solidFill>
              <a:srgbClr val="352379"/>
            </a:solidFill>
            <a:round/>
          </a:ln>
        </p:spPr>
        <p:style>
          <a:lnRef idx="0"/>
          <a:fillRef idx="0"/>
          <a:effectRef idx="0"/>
          <a:fontRef idx="minor"/>
        </p:style>
      </p:sp>
      <p:sp>
        <p:nvSpPr>
          <p:cNvPr id="725" name="Line 10"/>
          <p:cNvSpPr/>
          <p:nvPr/>
        </p:nvSpPr>
        <p:spPr>
          <a:xfrm flipH="1">
            <a:off x="2300040" y="4503600"/>
            <a:ext cx="3210120" cy="360"/>
          </a:xfrm>
          <a:prstGeom prst="line">
            <a:avLst/>
          </a:prstGeom>
          <a:ln w="38100">
            <a:solidFill>
              <a:srgbClr val="352379"/>
            </a:solidFill>
            <a:round/>
          </a:ln>
        </p:spPr>
        <p:style>
          <a:lnRef idx="0"/>
          <a:fillRef idx="0"/>
          <a:effectRef idx="0"/>
          <a:fontRef idx="minor"/>
        </p:style>
      </p:sp>
      <p:sp>
        <p:nvSpPr>
          <p:cNvPr id="726" name="Line 11"/>
          <p:cNvSpPr/>
          <p:nvPr/>
        </p:nvSpPr>
        <p:spPr>
          <a:xfrm flipV="1">
            <a:off x="5510160" y="4384440"/>
            <a:ext cx="688680" cy="119160"/>
          </a:xfrm>
          <a:prstGeom prst="line">
            <a:avLst/>
          </a:prstGeom>
          <a:ln w="38100">
            <a:solidFill>
              <a:srgbClr val="352379"/>
            </a:solidFill>
            <a:round/>
          </a:ln>
        </p:spPr>
        <p:style>
          <a:lnRef idx="0"/>
          <a:fillRef idx="0"/>
          <a:effectRef idx="0"/>
          <a:fontRef idx="minor"/>
        </p:style>
      </p:sp>
      <p:sp>
        <p:nvSpPr>
          <p:cNvPr id="727" name="Rectangle 12"/>
          <p:cNvSpPr/>
          <p:nvPr/>
        </p:nvSpPr>
        <p:spPr>
          <a:xfrm>
            <a:off x="3786120" y="2195640"/>
            <a:ext cx="840960" cy="237600"/>
          </a:xfrm>
          <a:prstGeom prst="rect">
            <a:avLst/>
          </a:prstGeom>
          <a:solidFill>
            <a:schemeClr val="bg1"/>
          </a:solidFill>
          <a:ln w="38100">
            <a:solidFill>
              <a:srgbClr val="352379"/>
            </a:solidFill>
            <a:miter/>
          </a:ln>
        </p:spPr>
        <p:style>
          <a:lnRef idx="0"/>
          <a:fillRef idx="0"/>
          <a:effectRef idx="0"/>
          <a:fontRef idx="minor"/>
        </p:style>
      </p:sp>
      <p:sp>
        <p:nvSpPr>
          <p:cNvPr id="728" name="Rectangle 13"/>
          <p:cNvSpPr/>
          <p:nvPr/>
        </p:nvSpPr>
        <p:spPr>
          <a:xfrm>
            <a:off x="2479680" y="4406760"/>
            <a:ext cx="839520" cy="236160"/>
          </a:xfrm>
          <a:prstGeom prst="rect">
            <a:avLst/>
          </a:prstGeom>
          <a:solidFill>
            <a:schemeClr val="bg1"/>
          </a:solidFill>
          <a:ln w="38100">
            <a:solidFill>
              <a:srgbClr val="352379"/>
            </a:solidFill>
            <a:miter/>
          </a:ln>
        </p:spPr>
        <p:style>
          <a:lnRef idx="0"/>
          <a:fillRef idx="0"/>
          <a:effectRef idx="0"/>
          <a:fontRef idx="minor"/>
        </p:style>
      </p:sp>
      <p:graphicFrame>
        <p:nvGraphicFramePr>
          <p:cNvPr id="729" name="Object 25"/>
          <p:cNvGraphicFramePr/>
          <p:nvPr/>
        </p:nvGraphicFramePr>
        <p:xfrm>
          <a:off x="3981600" y="1717560"/>
          <a:ext cx="488520" cy="469440"/>
        </p:xfrm>
        <a:graphic>
          <a:graphicData uri="http://schemas.openxmlformats.org/presentationml/2006/ole">
            <p:oleObj progId="Equation.3" r:id="rId5" spid="">
              <p:embed/>
              <p:pic>
                <p:nvPicPr>
                  <p:cNvPr id="730" name="Object 25" descr=""/>
                  <p:cNvPicPr/>
                  <p:nvPr/>
                </p:nvPicPr>
                <p:blipFill>
                  <a:blip r:embed="rId6"/>
                  <a:stretch/>
                </p:blipFill>
                <p:spPr>
                  <a:xfrm>
                    <a:off x="3981600" y="1717560"/>
                    <a:ext cx="488520" cy="469440"/>
                  </a:xfrm>
                  <a:prstGeom prst="rect">
                    <a:avLst/>
                  </a:prstGeom>
                  <a:ln w="0">
                    <a:noFill/>
                  </a:ln>
                </p:spPr>
              </p:pic>
            </p:oleObj>
          </a:graphicData>
        </a:graphic>
      </p:graphicFrame>
      <p:graphicFrame>
        <p:nvGraphicFramePr>
          <p:cNvPr id="731" name="Object 26"/>
          <p:cNvGraphicFramePr/>
          <p:nvPr/>
        </p:nvGraphicFramePr>
        <p:xfrm>
          <a:off x="3849840" y="4911840"/>
          <a:ext cx="204480" cy="266400"/>
        </p:xfrm>
        <a:graphic>
          <a:graphicData uri="http://schemas.openxmlformats.org/presentationml/2006/ole">
            <p:oleObj progId="Equation.3" r:id="rId7" spid="">
              <p:embed/>
              <p:pic>
                <p:nvPicPr>
                  <p:cNvPr id="732" name="Object 26" descr=""/>
                  <p:cNvPicPr/>
                  <p:nvPr/>
                </p:nvPicPr>
                <p:blipFill>
                  <a:blip r:embed="rId8"/>
                  <a:stretch/>
                </p:blipFill>
                <p:spPr>
                  <a:xfrm>
                    <a:off x="3849840" y="4911840"/>
                    <a:ext cx="204480" cy="266400"/>
                  </a:xfrm>
                  <a:prstGeom prst="rect">
                    <a:avLst/>
                  </a:prstGeom>
                  <a:ln w="0">
                    <a:noFill/>
                  </a:ln>
                </p:spPr>
              </p:pic>
            </p:oleObj>
          </a:graphicData>
        </a:graphic>
      </p:graphicFrame>
      <p:graphicFrame>
        <p:nvGraphicFramePr>
          <p:cNvPr id="733" name="Object 27"/>
          <p:cNvGraphicFramePr/>
          <p:nvPr/>
        </p:nvGraphicFramePr>
        <p:xfrm>
          <a:off x="2616120" y="4727520"/>
          <a:ext cx="522000" cy="488520"/>
        </p:xfrm>
        <a:graphic>
          <a:graphicData uri="http://schemas.openxmlformats.org/presentationml/2006/ole">
            <p:oleObj progId="Equation.3" r:id="rId9" spid="">
              <p:embed/>
              <p:pic>
                <p:nvPicPr>
                  <p:cNvPr id="734" name="Object 27" descr=""/>
                  <p:cNvPicPr/>
                  <p:nvPr/>
                </p:nvPicPr>
                <p:blipFill>
                  <a:blip r:embed="rId10"/>
                  <a:stretch/>
                </p:blipFill>
                <p:spPr>
                  <a:xfrm>
                    <a:off x="2616120" y="4727520"/>
                    <a:ext cx="522000" cy="488520"/>
                  </a:xfrm>
                  <a:prstGeom prst="rect">
                    <a:avLst/>
                  </a:prstGeom>
                  <a:ln w="0">
                    <a:noFill/>
                  </a:ln>
                </p:spPr>
              </p:pic>
            </p:oleObj>
          </a:graphicData>
        </a:graphic>
      </p:graphicFrame>
      <p:grpSp>
        <p:nvGrpSpPr>
          <p:cNvPr id="735" name="Group 28"/>
          <p:cNvGrpSpPr/>
          <p:nvPr/>
        </p:nvGrpSpPr>
        <p:grpSpPr>
          <a:xfrm>
            <a:off x="2170080" y="4384440"/>
            <a:ext cx="190440" cy="225360"/>
            <a:chOff x="2170080" y="4384440"/>
            <a:chExt cx="190440" cy="225360"/>
          </a:xfrm>
        </p:grpSpPr>
        <p:sp>
          <p:nvSpPr>
            <p:cNvPr id="736" name="Oval 29"/>
            <p:cNvSpPr/>
            <p:nvPr/>
          </p:nvSpPr>
          <p:spPr>
            <a:xfrm>
              <a:off x="2229480" y="4443840"/>
              <a:ext cx="95040" cy="94680"/>
            </a:xfrm>
            <a:prstGeom prst="ellipse">
              <a:avLst/>
            </a:prstGeom>
            <a:noFill/>
            <a:ln w="38100">
              <a:solidFill>
                <a:srgbClr val="352379"/>
              </a:solidFill>
              <a:round/>
            </a:ln>
          </p:spPr>
          <p:style>
            <a:lnRef idx="0"/>
            <a:fillRef idx="0"/>
            <a:effectRef idx="0"/>
            <a:fontRef idx="minor"/>
          </p:style>
        </p:sp>
        <p:sp>
          <p:nvSpPr>
            <p:cNvPr id="737" name="Line 30"/>
            <p:cNvSpPr/>
            <p:nvPr/>
          </p:nvSpPr>
          <p:spPr>
            <a:xfrm flipH="1">
              <a:off x="2170080" y="4384440"/>
              <a:ext cx="190440" cy="225360"/>
            </a:xfrm>
            <a:prstGeom prst="line">
              <a:avLst/>
            </a:prstGeom>
            <a:ln w="38100">
              <a:solidFill>
                <a:srgbClr val="352379"/>
              </a:solidFill>
              <a:round/>
            </a:ln>
          </p:spPr>
          <p:style>
            <a:lnRef idx="0"/>
            <a:fillRef idx="0"/>
            <a:effectRef idx="0"/>
            <a:fontRef idx="minor"/>
          </p:style>
        </p:sp>
      </p:grpSp>
      <p:grpSp>
        <p:nvGrpSpPr>
          <p:cNvPr id="738" name="Group 31"/>
          <p:cNvGrpSpPr/>
          <p:nvPr/>
        </p:nvGrpSpPr>
        <p:grpSpPr>
          <a:xfrm>
            <a:off x="2193840" y="2209680"/>
            <a:ext cx="190440" cy="225360"/>
            <a:chOff x="2193840" y="2209680"/>
            <a:chExt cx="190440" cy="225360"/>
          </a:xfrm>
        </p:grpSpPr>
        <p:sp>
          <p:nvSpPr>
            <p:cNvPr id="739" name="Oval 32"/>
            <p:cNvSpPr/>
            <p:nvPr/>
          </p:nvSpPr>
          <p:spPr>
            <a:xfrm>
              <a:off x="2253600" y="2269080"/>
              <a:ext cx="95040" cy="94680"/>
            </a:xfrm>
            <a:prstGeom prst="ellipse">
              <a:avLst/>
            </a:prstGeom>
            <a:noFill/>
            <a:ln w="38100">
              <a:solidFill>
                <a:srgbClr val="352379"/>
              </a:solidFill>
              <a:round/>
            </a:ln>
          </p:spPr>
          <p:style>
            <a:lnRef idx="0"/>
            <a:fillRef idx="0"/>
            <a:effectRef idx="0"/>
            <a:fontRef idx="minor"/>
          </p:style>
        </p:sp>
        <p:sp>
          <p:nvSpPr>
            <p:cNvPr id="740" name="Line 33"/>
            <p:cNvSpPr/>
            <p:nvPr/>
          </p:nvSpPr>
          <p:spPr>
            <a:xfrm flipH="1">
              <a:off x="2193840" y="2209680"/>
              <a:ext cx="190440" cy="225360"/>
            </a:xfrm>
            <a:prstGeom prst="line">
              <a:avLst/>
            </a:prstGeom>
            <a:ln w="38100">
              <a:solidFill>
                <a:srgbClr val="352379"/>
              </a:solidFill>
              <a:round/>
            </a:ln>
          </p:spPr>
          <p:style>
            <a:lnRef idx="0"/>
            <a:fillRef idx="0"/>
            <a:effectRef idx="0"/>
            <a:fontRef idx="minor"/>
          </p:style>
        </p:sp>
      </p:grpSp>
      <p:sp>
        <p:nvSpPr>
          <p:cNvPr id="741" name="Oval 34"/>
          <p:cNvSpPr/>
          <p:nvPr/>
        </p:nvSpPr>
        <p:spPr>
          <a:xfrm>
            <a:off x="5451480" y="4443480"/>
            <a:ext cx="95040" cy="95040"/>
          </a:xfrm>
          <a:prstGeom prst="ellipse">
            <a:avLst/>
          </a:prstGeom>
          <a:noFill/>
          <a:ln w="38100">
            <a:solidFill>
              <a:srgbClr val="352379"/>
            </a:solidFill>
            <a:round/>
          </a:ln>
        </p:spPr>
        <p:style>
          <a:lnRef idx="0"/>
          <a:fillRef idx="0"/>
          <a:effectRef idx="0"/>
          <a:fontRef idx="minor"/>
        </p:style>
      </p:sp>
      <p:sp>
        <p:nvSpPr>
          <p:cNvPr id="742" name="Oval 35"/>
          <p:cNvSpPr/>
          <p:nvPr/>
        </p:nvSpPr>
        <p:spPr>
          <a:xfrm>
            <a:off x="5462640" y="2255760"/>
            <a:ext cx="95040" cy="95040"/>
          </a:xfrm>
          <a:prstGeom prst="ellipse">
            <a:avLst/>
          </a:prstGeom>
          <a:noFill/>
          <a:ln w="38100">
            <a:solidFill>
              <a:srgbClr val="352379"/>
            </a:solidFill>
            <a:round/>
          </a:ln>
        </p:spPr>
        <p:style>
          <a:lnRef idx="0"/>
          <a:fillRef idx="0"/>
          <a:effectRef idx="0"/>
          <a:fontRef idx="minor"/>
        </p:style>
      </p:sp>
      <p:sp>
        <p:nvSpPr>
          <p:cNvPr id="743" name="Text Box 36"/>
          <p:cNvSpPr/>
          <p:nvPr/>
        </p:nvSpPr>
        <p:spPr>
          <a:xfrm>
            <a:off x="5528520" y="2664360"/>
            <a:ext cx="371520" cy="36360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901"/>
              </a:spcBef>
              <a:buNone/>
            </a:pPr>
            <a:r>
              <a:rPr b="1" lang="ru-RU" sz="1800" spc="-1" strike="noStrike">
                <a:solidFill>
                  <a:srgbClr val="352379"/>
                </a:solidFill>
                <a:latin typeface="Montserrat"/>
                <a:ea typeface="Arial"/>
              </a:rPr>
              <a:t>+</a:t>
            </a:r>
            <a:endParaRPr b="0" lang="ru-RU" sz="1800" spc="-1" strike="noStrike">
              <a:latin typeface="Arial"/>
            </a:endParaRPr>
          </a:p>
        </p:txBody>
      </p:sp>
      <p:graphicFrame>
        <p:nvGraphicFramePr>
          <p:cNvPr id="744" name="Object 37"/>
          <p:cNvGraphicFramePr/>
          <p:nvPr/>
        </p:nvGraphicFramePr>
        <p:xfrm>
          <a:off x="6191280" y="3073320"/>
          <a:ext cx="460080" cy="488520"/>
        </p:xfrm>
        <a:graphic>
          <a:graphicData uri="http://schemas.openxmlformats.org/presentationml/2006/ole">
            <p:oleObj progId="Equation.3" r:id="rId11" spid="">
              <p:embed/>
              <p:pic>
                <p:nvPicPr>
                  <p:cNvPr id="745" name="Object 37" descr=""/>
                  <p:cNvPicPr/>
                  <p:nvPr/>
                </p:nvPicPr>
                <p:blipFill>
                  <a:blip r:embed="rId12"/>
                  <a:stretch/>
                </p:blipFill>
                <p:spPr>
                  <a:xfrm>
                    <a:off x="6191280" y="3073320"/>
                    <a:ext cx="460080" cy="488520"/>
                  </a:xfrm>
                  <a:prstGeom prst="rect">
                    <a:avLst/>
                  </a:prstGeom>
                  <a:ln w="0">
                    <a:noFill/>
                  </a:ln>
                </p:spPr>
              </p:pic>
            </p:oleObj>
          </a:graphicData>
        </a:graphic>
      </p:graphicFrame>
      <p:grpSp>
        <p:nvGrpSpPr>
          <p:cNvPr id="746" name="Group 57"/>
          <p:cNvGrpSpPr/>
          <p:nvPr/>
        </p:nvGrpSpPr>
        <p:grpSpPr>
          <a:xfrm>
            <a:off x="3371760" y="4147560"/>
            <a:ext cx="1198440" cy="705960"/>
            <a:chOff x="3371760" y="4147560"/>
            <a:chExt cx="1198440" cy="705960"/>
          </a:xfrm>
        </p:grpSpPr>
        <p:sp>
          <p:nvSpPr>
            <p:cNvPr id="747" name="Oval 58"/>
            <p:cNvSpPr/>
            <p:nvPr/>
          </p:nvSpPr>
          <p:spPr>
            <a:xfrm flipV="1" rot="10800000">
              <a:off x="3674880" y="4147200"/>
              <a:ext cx="704520" cy="705960"/>
            </a:xfrm>
            <a:prstGeom prst="ellipse">
              <a:avLst/>
            </a:prstGeom>
            <a:solidFill>
              <a:schemeClr val="bg1"/>
            </a:solidFill>
            <a:ln w="38100">
              <a:solidFill>
                <a:srgbClr val="352379"/>
              </a:solidFill>
              <a:round/>
            </a:ln>
          </p:spPr>
          <p:style>
            <a:lnRef idx="0"/>
            <a:fillRef idx="0"/>
            <a:effectRef idx="0"/>
            <a:fontRef idx="minor"/>
          </p:style>
        </p:sp>
        <p:grpSp>
          <p:nvGrpSpPr>
            <p:cNvPr id="748" name="Group 59"/>
            <p:cNvGrpSpPr/>
            <p:nvPr/>
          </p:nvGrpSpPr>
          <p:grpSpPr>
            <a:xfrm>
              <a:off x="3697560" y="4358880"/>
              <a:ext cx="211680" cy="291600"/>
              <a:chOff x="3697560" y="4358880"/>
              <a:chExt cx="211680" cy="291600"/>
            </a:xfrm>
          </p:grpSpPr>
          <p:sp>
            <p:nvSpPr>
              <p:cNvPr id="749" name="Line 60"/>
              <p:cNvSpPr/>
              <p:nvPr/>
            </p:nvSpPr>
            <p:spPr>
              <a:xfrm flipV="1">
                <a:off x="3697560" y="4358880"/>
                <a:ext cx="211680" cy="153720"/>
              </a:xfrm>
              <a:prstGeom prst="line">
                <a:avLst/>
              </a:prstGeom>
              <a:ln w="38100">
                <a:solidFill>
                  <a:srgbClr val="352379"/>
                </a:solidFill>
                <a:round/>
              </a:ln>
            </p:spPr>
            <p:style>
              <a:lnRef idx="0"/>
              <a:fillRef idx="0"/>
              <a:effectRef idx="0"/>
              <a:fontRef idx="minor"/>
            </p:style>
          </p:sp>
          <p:sp>
            <p:nvSpPr>
              <p:cNvPr id="750" name="Line 61"/>
              <p:cNvSpPr/>
              <p:nvPr/>
            </p:nvSpPr>
            <p:spPr>
              <a:xfrm>
                <a:off x="3698640" y="4499280"/>
                <a:ext cx="209880" cy="151200"/>
              </a:xfrm>
              <a:prstGeom prst="line">
                <a:avLst/>
              </a:prstGeom>
              <a:ln w="38100">
                <a:solidFill>
                  <a:srgbClr val="352379"/>
                </a:solidFill>
                <a:round/>
              </a:ln>
            </p:spPr>
            <p:style>
              <a:lnRef idx="0"/>
              <a:fillRef idx="0"/>
              <a:effectRef idx="0"/>
              <a:fontRef idx="minor"/>
            </p:style>
          </p:sp>
        </p:grpSp>
        <p:sp>
          <p:nvSpPr>
            <p:cNvPr id="751" name="Line 62"/>
            <p:cNvSpPr/>
            <p:nvPr/>
          </p:nvSpPr>
          <p:spPr>
            <a:xfrm>
              <a:off x="3371760" y="4507200"/>
              <a:ext cx="1198440" cy="360"/>
            </a:xfrm>
            <a:prstGeom prst="line">
              <a:avLst/>
            </a:prstGeom>
            <a:ln w="38100">
              <a:solidFill>
                <a:srgbClr val="352379"/>
              </a:solidFill>
              <a:round/>
            </a:ln>
          </p:spPr>
          <p:style>
            <a:lnRef idx="0"/>
            <a:fillRef idx="0"/>
            <a:effectRef idx="0"/>
            <a:fontRef idx="minor"/>
          </p:style>
        </p:sp>
      </p:grpSp>
      <p:grpSp>
        <p:nvGrpSpPr>
          <p:cNvPr id="752" name="Group 63"/>
          <p:cNvGrpSpPr/>
          <p:nvPr/>
        </p:nvGrpSpPr>
        <p:grpSpPr>
          <a:xfrm>
            <a:off x="5166720" y="2998080"/>
            <a:ext cx="690120" cy="688680"/>
            <a:chOff x="5166720" y="2998080"/>
            <a:chExt cx="690120" cy="688680"/>
          </a:xfrm>
        </p:grpSpPr>
        <p:sp>
          <p:nvSpPr>
            <p:cNvPr id="753" name="Oval 64"/>
            <p:cNvSpPr/>
            <p:nvPr/>
          </p:nvSpPr>
          <p:spPr>
            <a:xfrm rot="10800000">
              <a:off x="5166720" y="2998080"/>
              <a:ext cx="690120" cy="688680"/>
            </a:xfrm>
            <a:prstGeom prst="ellipse">
              <a:avLst/>
            </a:prstGeom>
            <a:solidFill>
              <a:schemeClr val="bg1"/>
            </a:solidFill>
            <a:ln w="38100">
              <a:solidFill>
                <a:srgbClr val="352379"/>
              </a:solidFill>
              <a:round/>
            </a:ln>
          </p:spPr>
          <p:style>
            <a:lnRef idx="0"/>
            <a:fillRef idx="0"/>
            <a:effectRef idx="0"/>
            <a:fontRef idx="minor"/>
          </p:style>
        </p:sp>
        <p:sp>
          <p:nvSpPr>
            <p:cNvPr id="754" name="Line 65"/>
            <p:cNvSpPr/>
            <p:nvPr/>
          </p:nvSpPr>
          <p:spPr>
            <a:xfrm>
              <a:off x="5515560" y="3172680"/>
              <a:ext cx="150120" cy="205920"/>
            </a:xfrm>
            <a:prstGeom prst="line">
              <a:avLst/>
            </a:prstGeom>
            <a:ln w="38100">
              <a:solidFill>
                <a:srgbClr val="352379"/>
              </a:solidFill>
              <a:round/>
            </a:ln>
          </p:spPr>
          <p:style>
            <a:lnRef idx="0"/>
            <a:fillRef idx="0"/>
            <a:effectRef idx="0"/>
            <a:fontRef idx="minor"/>
          </p:style>
        </p:sp>
        <p:sp>
          <p:nvSpPr>
            <p:cNvPr id="755" name="Line 66"/>
            <p:cNvSpPr/>
            <p:nvPr/>
          </p:nvSpPr>
          <p:spPr>
            <a:xfrm flipH="1">
              <a:off x="5357880" y="3171960"/>
              <a:ext cx="148680" cy="205920"/>
            </a:xfrm>
            <a:prstGeom prst="line">
              <a:avLst/>
            </a:prstGeom>
            <a:ln w="38100">
              <a:solidFill>
                <a:srgbClr val="352379"/>
              </a:solidFill>
              <a:round/>
            </a:ln>
          </p:spPr>
          <p:style>
            <a:lnRef idx="0"/>
            <a:fillRef idx="0"/>
            <a:effectRef idx="0"/>
            <a:fontRef idx="minor"/>
          </p:style>
        </p:sp>
        <p:sp>
          <p:nvSpPr>
            <p:cNvPr id="756" name="Line 67"/>
            <p:cNvSpPr/>
            <p:nvPr/>
          </p:nvSpPr>
          <p:spPr>
            <a:xfrm>
              <a:off x="5431680" y="3144960"/>
              <a:ext cx="360" cy="360"/>
            </a:xfrm>
            <a:prstGeom prst="line">
              <a:avLst/>
            </a:prstGeom>
            <a:ln w="38100">
              <a:solidFill>
                <a:srgbClr val="352379"/>
              </a:solidFill>
              <a:round/>
            </a:ln>
          </p:spPr>
          <p:style>
            <a:lnRef idx="0"/>
            <a:fillRef idx="0"/>
            <a:effectRef idx="0"/>
            <a:fontRef idx="minor"/>
          </p:style>
        </p:sp>
        <p:sp>
          <p:nvSpPr>
            <p:cNvPr id="757" name="Line 68"/>
            <p:cNvSpPr/>
            <p:nvPr/>
          </p:nvSpPr>
          <p:spPr>
            <a:xfrm>
              <a:off x="5523480" y="3345840"/>
              <a:ext cx="150120" cy="205560"/>
            </a:xfrm>
            <a:prstGeom prst="line">
              <a:avLst/>
            </a:prstGeom>
            <a:ln w="38100">
              <a:solidFill>
                <a:srgbClr val="352379"/>
              </a:solidFill>
              <a:round/>
            </a:ln>
          </p:spPr>
          <p:style>
            <a:lnRef idx="0"/>
            <a:fillRef idx="0"/>
            <a:effectRef idx="0"/>
            <a:fontRef idx="minor"/>
          </p:style>
        </p:sp>
        <p:sp>
          <p:nvSpPr>
            <p:cNvPr id="758" name="Line 69"/>
            <p:cNvSpPr/>
            <p:nvPr/>
          </p:nvSpPr>
          <p:spPr>
            <a:xfrm flipH="1">
              <a:off x="5365080" y="3345480"/>
              <a:ext cx="147960" cy="206280"/>
            </a:xfrm>
            <a:prstGeom prst="line">
              <a:avLst/>
            </a:prstGeom>
            <a:ln w="38100">
              <a:solidFill>
                <a:srgbClr val="352379"/>
              </a:solidFill>
              <a:round/>
            </a:ln>
          </p:spPr>
          <p:style>
            <a:lnRef idx="0"/>
            <a:fillRef idx="0"/>
            <a:effectRef idx="0"/>
            <a:fontRef idx="minor"/>
          </p:style>
        </p:sp>
      </p:grpSp>
      <p:sp>
        <p:nvSpPr>
          <p:cNvPr id="759" name="Line 74"/>
          <p:cNvSpPr/>
          <p:nvPr/>
        </p:nvSpPr>
        <p:spPr>
          <a:xfrm>
            <a:off x="2247840" y="2673000"/>
            <a:ext cx="360" cy="1589400"/>
          </a:xfrm>
          <a:prstGeom prst="line">
            <a:avLst/>
          </a:prstGeom>
          <a:ln w="38100">
            <a:solidFill>
              <a:srgbClr val="352379"/>
            </a:solidFill>
            <a:round/>
            <a:tailEnd len="med" type="triangle" w="med"/>
          </a:ln>
        </p:spPr>
        <p:style>
          <a:lnRef idx="0"/>
          <a:fillRef idx="0"/>
          <a:effectRef idx="0"/>
          <a:fontRef idx="minor"/>
        </p:style>
      </p:sp>
      <p:sp>
        <p:nvSpPr>
          <p:cNvPr id="760" name="Text Box 75"/>
          <p:cNvSpPr/>
          <p:nvPr/>
        </p:nvSpPr>
        <p:spPr>
          <a:xfrm>
            <a:off x="2342520" y="3097080"/>
            <a:ext cx="469080" cy="63792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1800"/>
              </a:spcBef>
              <a:buNone/>
            </a:pPr>
            <a:r>
              <a:rPr b="0" lang="en-US" sz="3600" spc="-1" strike="noStrike">
                <a:solidFill>
                  <a:srgbClr val="352379"/>
                </a:solidFill>
                <a:latin typeface="Montserrat"/>
                <a:ea typeface="Arial"/>
              </a:rPr>
              <a:t>u</a:t>
            </a:r>
            <a:endParaRPr b="0" lang="ru-RU" sz="3600" spc="-1" strike="noStrike">
              <a:latin typeface="Arial"/>
            </a:endParaRPr>
          </a:p>
        </p:txBody>
      </p:sp>
      <p:sp>
        <p:nvSpPr>
          <p:cNvPr id="761" name="Line 76"/>
          <p:cNvSpPr/>
          <p:nvPr/>
        </p:nvSpPr>
        <p:spPr>
          <a:xfrm>
            <a:off x="6005160" y="2841480"/>
            <a:ext cx="360" cy="955800"/>
          </a:xfrm>
          <a:prstGeom prst="line">
            <a:avLst/>
          </a:prstGeom>
          <a:ln w="38100">
            <a:solidFill>
              <a:srgbClr val="352379"/>
            </a:solidFill>
            <a:round/>
            <a:tailEnd len="med" type="triangle" w="med"/>
          </a:ln>
        </p:spPr>
        <p:style>
          <a:lnRef idx="0"/>
          <a:fillRef idx="0"/>
          <a:effectRef idx="0"/>
          <a:fontRef idx="minor"/>
        </p:style>
      </p:sp>
      <p:sp>
        <p:nvSpPr>
          <p:cNvPr id="762" name="Text Box 77"/>
          <p:cNvSpPr/>
          <p:nvPr/>
        </p:nvSpPr>
        <p:spPr>
          <a:xfrm>
            <a:off x="5607720" y="3509640"/>
            <a:ext cx="344160" cy="63792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1800"/>
              </a:spcBef>
              <a:buNone/>
            </a:pPr>
            <a:r>
              <a:rPr b="0" lang="ru-RU" sz="3600" spc="-1" strike="noStrike">
                <a:solidFill>
                  <a:srgbClr val="352379"/>
                </a:solidFill>
                <a:latin typeface="Montserrat"/>
                <a:ea typeface="Arial"/>
              </a:rPr>
              <a:t>-</a:t>
            </a:r>
            <a:endParaRPr b="0" lang="ru-RU" sz="3600" spc="-1" strike="noStrike">
              <a:latin typeface="Arial"/>
            </a:endParaRPr>
          </a:p>
        </p:txBody>
      </p:sp>
      <p:sp>
        <p:nvSpPr>
          <p:cNvPr id="763" name="Прямоугольник 1"/>
          <p:cNvSpPr/>
          <p:nvPr/>
        </p:nvSpPr>
        <p:spPr>
          <a:xfrm>
            <a:off x="532080" y="75600"/>
            <a:ext cx="1810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1800" spc="-1" strike="noStrike">
                <a:solidFill>
                  <a:srgbClr val="ffffff"/>
                </a:solidFill>
                <a:latin typeface="Montserrat"/>
                <a:ea typeface="Arial"/>
              </a:rPr>
              <a:t>Кафедра ТЭЦ</a:t>
            </a:r>
            <a:endParaRPr b="0" lang="ru-RU" sz="1800" spc="-1" strike="noStrike">
              <a:latin typeface="Arial"/>
            </a:endParaRPr>
          </a:p>
        </p:txBody>
      </p:sp>
      <p:pic>
        <p:nvPicPr>
          <p:cNvPr id="764" name="" descr=""/>
          <p:cNvPicPr/>
          <p:nvPr/>
        </p:nvPicPr>
        <p:blipFill>
          <a:blip r:embed="rId13"/>
          <a:stretch/>
        </p:blipFill>
        <p:spPr>
          <a:xfrm>
            <a:off x="3009960" y="1727280"/>
            <a:ext cx="279360" cy="431640"/>
          </a:xfrm>
          <a:prstGeom prst="rect">
            <a:avLst/>
          </a:prstGeom>
          <a:ln w="0">
            <a:noFill/>
          </a:ln>
        </p:spPr>
      </p:pic>
      <p:pic>
        <p:nvPicPr>
          <p:cNvPr id="765" name="" descr=""/>
          <p:cNvPicPr/>
          <p:nvPr/>
        </p:nvPicPr>
        <p:blipFill>
          <a:blip r:embed="rId14"/>
          <a:stretch/>
        </p:blipFill>
        <p:spPr>
          <a:xfrm>
            <a:off x="4889520" y="4546440"/>
            <a:ext cx="330120" cy="482760"/>
          </a:xfrm>
          <a:prstGeom prst="rect">
            <a:avLst/>
          </a:prstGeom>
          <a:ln w="0">
            <a:noFill/>
          </a:ln>
        </p:spPr>
      </p:pic>
      <p:pic>
        <p:nvPicPr>
          <p:cNvPr id="766" name="" descr=""/>
          <p:cNvPicPr/>
          <p:nvPr/>
        </p:nvPicPr>
        <p:blipFill>
          <a:blip r:embed="rId15"/>
          <a:stretch/>
        </p:blipFill>
        <p:spPr>
          <a:xfrm>
            <a:off x="3975120" y="1714680"/>
            <a:ext cx="482760" cy="469800"/>
          </a:xfrm>
          <a:prstGeom prst="rect">
            <a:avLst/>
          </a:prstGeom>
          <a:ln w="0">
            <a:noFill/>
          </a:ln>
        </p:spPr>
      </p:pic>
      <p:pic>
        <p:nvPicPr>
          <p:cNvPr id="767" name="" descr=""/>
          <p:cNvPicPr/>
          <p:nvPr/>
        </p:nvPicPr>
        <p:blipFill>
          <a:blip r:embed="rId16"/>
          <a:stretch/>
        </p:blipFill>
        <p:spPr>
          <a:xfrm>
            <a:off x="3848040" y="4902120"/>
            <a:ext cx="203040" cy="266760"/>
          </a:xfrm>
          <a:prstGeom prst="rect">
            <a:avLst/>
          </a:prstGeom>
          <a:ln w="0">
            <a:noFill/>
          </a:ln>
        </p:spPr>
      </p:pic>
      <p:pic>
        <p:nvPicPr>
          <p:cNvPr id="768" name="" descr=""/>
          <p:cNvPicPr/>
          <p:nvPr/>
        </p:nvPicPr>
        <p:blipFill>
          <a:blip r:embed="rId17"/>
          <a:stretch/>
        </p:blipFill>
        <p:spPr>
          <a:xfrm>
            <a:off x="2616120" y="4724280"/>
            <a:ext cx="520560" cy="482760"/>
          </a:xfrm>
          <a:prstGeom prst="rect">
            <a:avLst/>
          </a:prstGeom>
          <a:ln w="0">
            <a:noFill/>
          </a:ln>
        </p:spPr>
      </p:pic>
      <p:pic>
        <p:nvPicPr>
          <p:cNvPr id="769" name="" descr=""/>
          <p:cNvPicPr/>
          <p:nvPr/>
        </p:nvPicPr>
        <p:blipFill>
          <a:blip r:embed="rId18"/>
          <a:stretch/>
        </p:blipFill>
        <p:spPr>
          <a:xfrm>
            <a:off x="6184800" y="3073320"/>
            <a:ext cx="457200" cy="482760"/>
          </a:xfrm>
          <a:prstGeom prst="rect">
            <a:avLst/>
          </a:prstGeom>
          <a:ln w="0">
            <a:noFill/>
          </a:ln>
        </p:spPr>
      </p:pic>
      <p:sp>
        <p:nvSpPr>
          <p:cNvPr id="2" name="PlaceHolder 1"/>
          <p:cNvSpPr>
            <a:spLocks noGrp="1"/>
          </p:cNvSpPr>
          <p:nvPr>
            <p:ph type="sldNum" idx="12"/>
          </p:nvPr>
        </p:nvSpPr>
        <p:spPr/>
        <p:txBody>
          <a:bodyPr/>
          <a:p>
            <a:fld id="{42941051-AF8F-4A45-BD54-E60F32360121}" type="slidenum">
              <a:t>35</a:t>
            </a:fld>
          </a:p>
        </p:txBody>
      </p:sp>
    </p:spTree>
  </p:cSld>
  <mc:AlternateContent>
    <mc:Choice Requires="p14">
      <p:transition spd="slow" p14:dur="2000"/>
    </mc:Choice>
    <mc:Fallback>
      <p:transition spd="slow"/>
    </mc:Fallback>
  </mc:AlternateContent>
  <p:timing>
    <p:tnLst>
      <p:par>
        <p:cTn id="262" dur="indefinite" restart="never" nodeType="tmRoot">
          <p:childTnLst>
            <p:seq>
              <p:cTn id="263" dur="indefinite" nodeType="mainSeq">
                <p:childTnLst>
                  <p:par>
                    <p:cTn id="264" nodeType="clickEffect" fill="hold">
                      <p:stCondLst>
                        <p:cond delay="0"/>
                      </p:stCondLst>
                      <p:childTnLst>
                        <p:par>
                          <p:cTn id="265" nodeType="withEffect" fill="hold">
                            <p:stCondLst>
                              <p:cond delay="0"/>
                            </p:stCondLst>
                            <p:childTnLst>
                              <p:par>
                                <p:cTn id="266" nodeType="afterEffect" fill="hold" presetClass="entr" presetID="1">
                                  <p:stCondLst>
                                    <p:cond delay="1000"/>
                                  </p:stCondLst>
                                  <p:childTnLst>
                                    <p:set>
                                      <p:cBhvr>
                                        <p:cTn id="267" dur="1" fill="hold">
                                          <p:stCondLst>
                                            <p:cond delay="499"/>
                                          </p:stCondLst>
                                        </p:cTn>
                                        <p:tgtEl>
                                          <p:spTgt spid="720"/>
                                        </p:tgtEl>
                                        <p:attrNameLst>
                                          <p:attrName>style.visibility</p:attrName>
                                        </p:attrNameLst>
                                      </p:cBhvr>
                                      <p:to>
                                        <p:strVal val="visible"/>
                                      </p:to>
                                    </p:set>
                                  </p:childTnLst>
                                </p:cTn>
                              </p:par>
                            </p:childTnLst>
                          </p:cTn>
                        </p:par>
                        <p:par>
                          <p:cTn id="268" nodeType="afterEffect" fill="hold">
                            <p:stCondLst>
                              <p:cond delay="1500"/>
                            </p:stCondLst>
                            <p:childTnLst>
                              <p:par>
                                <p:cTn id="269" nodeType="afterEffect" fill="hold" presetClass="entr" presetID="17" presetSubtype="2">
                                  <p:stCondLst>
                                    <p:cond delay="1000"/>
                                  </p:stCondLst>
                                  <p:childTnLst>
                                    <p:set>
                                      <p:cBhvr>
                                        <p:cTn id="270" dur="1" fill="hold">
                                          <p:stCondLst>
                                            <p:cond delay="0"/>
                                          </p:stCondLst>
                                        </p:cTn>
                                        <p:tgtEl>
                                          <p:spTgt spid="710"/>
                                        </p:tgtEl>
                                        <p:attrNameLst>
                                          <p:attrName>style.visibility</p:attrName>
                                        </p:attrNameLst>
                                      </p:cBhvr>
                                      <p:to>
                                        <p:strVal val="visible"/>
                                      </p:to>
                                    </p:set>
                                    <p:anim calcmode="lin" valueType="num">
                                      <p:cBhvr additive="repl">
                                        <p:cTn id="271" dur="500" fill="hold"/>
                                        <p:tgtEl>
                                          <p:spTgt spid="710"/>
                                        </p:tgtEl>
                                        <p:attrNameLst>
                                          <p:attrName>ppt_x</p:attrName>
                                        </p:attrNameLst>
                                      </p:cBhvr>
                                      <p:tavLst>
                                        <p:tav tm="0">
                                          <p:val>
                                            <p:strVal val="#ppt_x+#ppt_w/2"/>
                                          </p:val>
                                        </p:tav>
                                        <p:tav tm="100000">
                                          <p:val>
                                            <p:strVal val="#ppt_x"/>
                                          </p:val>
                                        </p:tav>
                                      </p:tavLst>
                                    </p:anim>
                                    <p:anim calcmode="lin" valueType="num">
                                      <p:cBhvr additive="repl">
                                        <p:cTn id="272" dur="500" fill="hold"/>
                                        <p:tgtEl>
                                          <p:spTgt spid="710"/>
                                        </p:tgtEl>
                                        <p:attrNameLst>
                                          <p:attrName>ppt_y</p:attrName>
                                        </p:attrNameLst>
                                      </p:cBhvr>
                                      <p:tavLst>
                                        <p:tav tm="0">
                                          <p:val>
                                            <p:strVal val="#ppt_y"/>
                                          </p:val>
                                        </p:tav>
                                        <p:tav tm="100000">
                                          <p:val>
                                            <p:strVal val="#ppt_y"/>
                                          </p:val>
                                        </p:tav>
                                      </p:tavLst>
                                    </p:anim>
                                    <p:anim calcmode="lin" valueType="num">
                                      <p:cBhvr additive="repl">
                                        <p:cTn id="273" dur="500" fill="hold"/>
                                        <p:tgtEl>
                                          <p:spTgt spid="710"/>
                                        </p:tgtEl>
                                        <p:attrNameLst>
                                          <p:attrName>ppt_w</p:attrName>
                                        </p:attrNameLst>
                                      </p:cBhvr>
                                      <p:tavLst>
                                        <p:tav tm="0">
                                          <p:val>
                                            <p:fltVal val="0"/>
                                          </p:val>
                                        </p:tav>
                                        <p:tav tm="100000">
                                          <p:val>
                                            <p:strVal val="#ppt_w"/>
                                          </p:val>
                                        </p:tav>
                                      </p:tavLst>
                                    </p:anim>
                                    <p:anim calcmode="lin" valueType="num">
                                      <p:cBhvr additive="repl">
                                        <p:cTn id="274" dur="500" fill="hold"/>
                                        <p:tgtEl>
                                          <p:spTgt spid="710"/>
                                        </p:tgtEl>
                                        <p:attrNameLst>
                                          <p:attrName>ppt_h</p:attrName>
                                        </p:attrNameLst>
                                      </p:cBhvr>
                                      <p:tavLst>
                                        <p:tav tm="0">
                                          <p:val>
                                            <p:strVal val="#ppt_h"/>
                                          </p:val>
                                        </p:tav>
                                        <p:tav tm="100000">
                                          <p:val>
                                            <p:strVal val="#ppt_h"/>
                                          </p:val>
                                        </p:tav>
                                      </p:tavLst>
                                    </p:anim>
                                  </p:childTnLst>
                                </p:cTn>
                              </p:par>
                            </p:childTnLst>
                          </p:cTn>
                        </p:par>
                        <p:par>
                          <p:cTn id="275" nodeType="afterEffect" fill="hold">
                            <p:stCondLst>
                              <p:cond delay="3000"/>
                            </p:stCondLst>
                            <p:childTnLst>
                              <p:par>
                                <p:cTn id="276" nodeType="afterEffect" fill="hold" presetClass="entr" presetID="17" presetSubtype="2">
                                  <p:stCondLst>
                                    <p:cond delay="1000"/>
                                  </p:stCondLst>
                                  <p:childTnLst>
                                    <p:set>
                                      <p:cBhvr>
                                        <p:cTn id="277" dur="1" fill="hold">
                                          <p:stCondLst>
                                            <p:cond delay="0"/>
                                          </p:stCondLst>
                                        </p:cTn>
                                        <p:tgtEl>
                                          <p:spTgt spid="716"/>
                                        </p:tgtEl>
                                        <p:attrNameLst>
                                          <p:attrName>style.visibility</p:attrName>
                                        </p:attrNameLst>
                                      </p:cBhvr>
                                      <p:to>
                                        <p:strVal val="visible"/>
                                      </p:to>
                                    </p:set>
                                    <p:anim calcmode="lin" valueType="num">
                                      <p:cBhvr additive="repl">
                                        <p:cTn id="278" dur="500" fill="hold"/>
                                        <p:tgtEl>
                                          <p:spTgt spid="716"/>
                                        </p:tgtEl>
                                        <p:attrNameLst>
                                          <p:attrName>ppt_x</p:attrName>
                                        </p:attrNameLst>
                                      </p:cBhvr>
                                      <p:tavLst>
                                        <p:tav tm="0">
                                          <p:val>
                                            <p:strVal val="#ppt_x+#ppt_w/2"/>
                                          </p:val>
                                        </p:tav>
                                        <p:tav tm="100000">
                                          <p:val>
                                            <p:strVal val="#ppt_x"/>
                                          </p:val>
                                        </p:tav>
                                      </p:tavLst>
                                    </p:anim>
                                    <p:anim calcmode="lin" valueType="num">
                                      <p:cBhvr additive="repl">
                                        <p:cTn id="279" dur="500" fill="hold"/>
                                        <p:tgtEl>
                                          <p:spTgt spid="716"/>
                                        </p:tgtEl>
                                        <p:attrNameLst>
                                          <p:attrName>ppt_y</p:attrName>
                                        </p:attrNameLst>
                                      </p:cBhvr>
                                      <p:tavLst>
                                        <p:tav tm="0">
                                          <p:val>
                                            <p:strVal val="#ppt_y"/>
                                          </p:val>
                                        </p:tav>
                                        <p:tav tm="100000">
                                          <p:val>
                                            <p:strVal val="#ppt_y"/>
                                          </p:val>
                                        </p:tav>
                                      </p:tavLst>
                                    </p:anim>
                                    <p:anim calcmode="lin" valueType="num">
                                      <p:cBhvr additive="repl">
                                        <p:cTn id="280" dur="500" fill="hold"/>
                                        <p:tgtEl>
                                          <p:spTgt spid="716"/>
                                        </p:tgtEl>
                                        <p:attrNameLst>
                                          <p:attrName>ppt_w</p:attrName>
                                        </p:attrNameLst>
                                      </p:cBhvr>
                                      <p:tavLst>
                                        <p:tav tm="0">
                                          <p:val>
                                            <p:fltVal val="0"/>
                                          </p:val>
                                        </p:tav>
                                        <p:tav tm="100000">
                                          <p:val>
                                            <p:strVal val="#ppt_w"/>
                                          </p:val>
                                        </p:tav>
                                      </p:tavLst>
                                    </p:anim>
                                    <p:anim calcmode="lin" valueType="num">
                                      <p:cBhvr additive="repl">
                                        <p:cTn id="281" dur="500" fill="hold"/>
                                        <p:tgtEl>
                                          <p:spTgt spid="716"/>
                                        </p:tgtEl>
                                        <p:attrNameLst>
                                          <p:attrName>ppt_h</p:attrName>
                                        </p:attrNameLst>
                                      </p:cBhvr>
                                      <p:tavLst>
                                        <p:tav tm="0">
                                          <p:val>
                                            <p:strVal val="#ppt_h"/>
                                          </p:val>
                                        </p:tav>
                                        <p:tav tm="100000">
                                          <p:val>
                                            <p:strVal val="#ppt_h"/>
                                          </p:val>
                                        </p:tav>
                                      </p:tavLst>
                                    </p:anim>
                                  </p:childTnLst>
                                </p:cTn>
                              </p:par>
                            </p:childTnLst>
                          </p:cTn>
                        </p:par>
                        <p:par>
                          <p:cTn id="282" nodeType="afterEffect" fill="hold">
                            <p:stCondLst>
                              <p:cond delay="4500"/>
                            </p:stCondLst>
                            <p:childTnLst>
                              <p:par>
                                <p:cTn id="283" nodeType="afterEffect" fill="hold" presetClass="entr" presetID="1">
                                  <p:stCondLst>
                                    <p:cond delay="1000"/>
                                  </p:stCondLst>
                                  <p:childTnLst>
                                    <p:set>
                                      <p:cBhvr>
                                        <p:cTn id="284" dur="1" fill="hold">
                                          <p:stCondLst>
                                            <p:cond delay="499"/>
                                          </p:stCondLst>
                                        </p:cTn>
                                        <p:tgtEl>
                                          <p:spTgt spid="7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0" name="Rectangle 54"/>
          <p:cNvSpPr/>
          <p:nvPr/>
        </p:nvSpPr>
        <p:spPr>
          <a:xfrm>
            <a:off x="3892680" y="5511960"/>
            <a:ext cx="6546600" cy="921960"/>
          </a:xfrm>
          <a:prstGeom prst="rect">
            <a:avLst/>
          </a:prstGeom>
          <a:gradFill rotWithShape="0">
            <a:gsLst>
              <a:gs pos="0">
                <a:srgbClr val="ffffff"/>
              </a:gs>
              <a:gs pos="100000">
                <a:srgbClr val="ffffcc"/>
              </a:gs>
            </a:gsLst>
            <a:lin ang="5400000"/>
          </a:gradFill>
          <a:ln w="38100">
            <a:solidFill>
              <a:srgbClr val="352379"/>
            </a:solidFill>
            <a:miter/>
          </a:ln>
        </p:spPr>
        <p:style>
          <a:lnRef idx="0"/>
          <a:fillRef idx="0"/>
          <a:effectRef idx="0"/>
          <a:fontRef idx="minor"/>
        </p:style>
      </p:sp>
      <p:graphicFrame>
        <p:nvGraphicFramePr>
          <p:cNvPr id="771" name="Object 3"/>
          <p:cNvGraphicFramePr/>
          <p:nvPr/>
        </p:nvGraphicFramePr>
        <p:xfrm>
          <a:off x="4140360" y="5505480"/>
          <a:ext cx="6041520" cy="899640"/>
        </p:xfrm>
        <a:graphic>
          <a:graphicData uri="http://schemas.openxmlformats.org/presentationml/2006/ole">
            <p:oleObj progId="Equation.3" r:id="rId1" spid="">
              <p:embed/>
              <p:pic>
                <p:nvPicPr>
                  <p:cNvPr id="772" name="Object 3" descr=""/>
                  <p:cNvPicPr/>
                  <p:nvPr/>
                </p:nvPicPr>
                <p:blipFill>
                  <a:blip r:embed="rId2"/>
                  <a:stretch/>
                </p:blipFill>
                <p:spPr>
                  <a:xfrm>
                    <a:off x="4140360" y="5505480"/>
                    <a:ext cx="6041520" cy="899640"/>
                  </a:xfrm>
                  <a:prstGeom prst="rect">
                    <a:avLst/>
                  </a:prstGeom>
                  <a:ln w="0">
                    <a:noFill/>
                  </a:ln>
                </p:spPr>
              </p:pic>
            </p:oleObj>
          </a:graphicData>
        </a:graphic>
      </p:graphicFrame>
      <p:grpSp>
        <p:nvGrpSpPr>
          <p:cNvPr id="773" name="Group 40"/>
          <p:cNvGrpSpPr/>
          <p:nvPr/>
        </p:nvGrpSpPr>
        <p:grpSpPr>
          <a:xfrm>
            <a:off x="2728800" y="1727280"/>
            <a:ext cx="784080" cy="588960"/>
            <a:chOff x="2728800" y="1727280"/>
            <a:chExt cx="784080" cy="588960"/>
          </a:xfrm>
        </p:grpSpPr>
        <p:graphicFrame>
          <p:nvGraphicFramePr>
            <p:cNvPr id="774" name="Object 41"/>
            <p:cNvGraphicFramePr/>
            <p:nvPr/>
          </p:nvGraphicFramePr>
          <p:xfrm>
            <a:off x="3009960" y="1727280"/>
            <a:ext cx="284760" cy="441720"/>
          </p:xfrm>
          <a:graphic>
            <a:graphicData uri="http://schemas.openxmlformats.org/presentationml/2006/ole">
              <p:oleObj progId="Equation.3" r:id="rId3" spid="">
                <p:embed/>
                <p:pic>
                  <p:nvPicPr>
                    <p:cNvPr id="775" name="Object 41" descr=""/>
                    <p:cNvPicPr/>
                    <p:nvPr/>
                  </p:nvPicPr>
                  <p:blipFill>
                    <a:blip r:embed="rId4"/>
                    <a:stretch/>
                  </p:blipFill>
                  <p:spPr>
                    <a:xfrm>
                      <a:off x="3009960" y="1727280"/>
                      <a:ext cx="284760" cy="441720"/>
                    </a:xfrm>
                    <a:prstGeom prst="rect">
                      <a:avLst/>
                    </a:prstGeom>
                    <a:ln w="0">
                      <a:noFill/>
                    </a:ln>
                  </p:spPr>
                </p:pic>
              </p:oleObj>
            </a:graphicData>
          </a:graphic>
        </p:graphicFrame>
        <p:sp>
          <p:nvSpPr>
            <p:cNvPr id="776" name="Line 42"/>
            <p:cNvSpPr/>
            <p:nvPr/>
          </p:nvSpPr>
          <p:spPr>
            <a:xfrm flipH="1">
              <a:off x="2728800" y="2315880"/>
              <a:ext cx="784080" cy="360"/>
            </a:xfrm>
            <a:prstGeom prst="line">
              <a:avLst/>
            </a:prstGeom>
            <a:ln w="38100">
              <a:solidFill>
                <a:srgbClr val="352379"/>
              </a:solidFill>
              <a:round/>
              <a:tailEnd len="med" type="triangle" w="med"/>
            </a:ln>
          </p:spPr>
          <p:style>
            <a:lnRef idx="0"/>
            <a:fillRef idx="0"/>
            <a:effectRef idx="0"/>
            <a:fontRef idx="minor"/>
          </p:style>
        </p:sp>
      </p:grpSp>
      <p:sp>
        <p:nvSpPr>
          <p:cNvPr id="777" name="Text Box 44"/>
          <p:cNvSpPr/>
          <p:nvPr/>
        </p:nvSpPr>
        <p:spPr>
          <a:xfrm>
            <a:off x="4703760" y="3184200"/>
            <a:ext cx="312120" cy="51588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1400"/>
              </a:spcBef>
              <a:buNone/>
            </a:pPr>
            <a:r>
              <a:rPr b="1" lang="ru-RU" sz="2800" spc="-1" strike="noStrike">
                <a:solidFill>
                  <a:srgbClr val="352379"/>
                </a:solidFill>
                <a:latin typeface="Montserrat"/>
                <a:ea typeface="Arial"/>
              </a:rPr>
              <a:t>J</a:t>
            </a:r>
            <a:endParaRPr b="0" lang="ru-RU" sz="2800" spc="-1" strike="noStrike">
              <a:latin typeface="Arial"/>
            </a:endParaRPr>
          </a:p>
        </p:txBody>
      </p:sp>
      <p:sp>
        <p:nvSpPr>
          <p:cNvPr id="778" name="Line 45"/>
          <p:cNvSpPr/>
          <p:nvPr/>
        </p:nvSpPr>
        <p:spPr>
          <a:xfrm flipV="1">
            <a:off x="5510160" y="3790800"/>
            <a:ext cx="360" cy="547560"/>
          </a:xfrm>
          <a:prstGeom prst="line">
            <a:avLst/>
          </a:prstGeom>
          <a:ln w="38100">
            <a:solidFill>
              <a:srgbClr val="352379"/>
            </a:solidFill>
            <a:round/>
            <a:tailEnd len="med" type="triangle" w="med"/>
          </a:ln>
        </p:spPr>
        <p:style>
          <a:lnRef idx="0"/>
          <a:fillRef idx="0"/>
          <a:effectRef idx="0"/>
          <a:fontRef idx="minor"/>
        </p:style>
      </p:sp>
      <p:grpSp>
        <p:nvGrpSpPr>
          <p:cNvPr id="779" name="Group 46"/>
          <p:cNvGrpSpPr/>
          <p:nvPr/>
        </p:nvGrpSpPr>
        <p:grpSpPr>
          <a:xfrm>
            <a:off x="4416120" y="4503600"/>
            <a:ext cx="831960" cy="542880"/>
            <a:chOff x="4416120" y="4503600"/>
            <a:chExt cx="831960" cy="542880"/>
          </a:xfrm>
        </p:grpSpPr>
        <p:graphicFrame>
          <p:nvGraphicFramePr>
            <p:cNvPr id="780" name="Object 47"/>
            <p:cNvGraphicFramePr/>
            <p:nvPr/>
          </p:nvGraphicFramePr>
          <p:xfrm>
            <a:off x="4901760" y="4557240"/>
            <a:ext cx="330480" cy="489240"/>
          </p:xfrm>
          <a:graphic>
            <a:graphicData uri="http://schemas.openxmlformats.org/presentationml/2006/ole">
              <p:oleObj progId="Equation.3" r:id="rId5" spid="">
                <p:embed/>
                <p:pic>
                  <p:nvPicPr>
                    <p:cNvPr id="781" name="Object 47" descr=""/>
                    <p:cNvPicPr/>
                    <p:nvPr/>
                  </p:nvPicPr>
                  <p:blipFill>
                    <a:blip r:embed="rId6"/>
                    <a:stretch/>
                  </p:blipFill>
                  <p:spPr>
                    <a:xfrm>
                      <a:off x="4901760" y="4557240"/>
                      <a:ext cx="330480" cy="489240"/>
                    </a:xfrm>
                    <a:prstGeom prst="rect">
                      <a:avLst/>
                    </a:prstGeom>
                    <a:ln w="0">
                      <a:noFill/>
                    </a:ln>
                  </p:spPr>
                </p:pic>
              </p:oleObj>
            </a:graphicData>
          </a:graphic>
        </p:graphicFrame>
        <p:sp>
          <p:nvSpPr>
            <p:cNvPr id="782" name="Line 48"/>
            <p:cNvSpPr/>
            <p:nvPr/>
          </p:nvSpPr>
          <p:spPr>
            <a:xfrm flipH="1">
              <a:off x="4416120" y="4503600"/>
              <a:ext cx="831960" cy="360"/>
            </a:xfrm>
            <a:prstGeom prst="line">
              <a:avLst/>
            </a:prstGeom>
            <a:ln w="38100">
              <a:solidFill>
                <a:srgbClr val="352379"/>
              </a:solidFill>
              <a:round/>
              <a:tailEnd len="med" type="triangle" w="med"/>
            </a:ln>
          </p:spPr>
          <p:style>
            <a:lnRef idx="0"/>
            <a:fillRef idx="0"/>
            <a:effectRef idx="0"/>
            <a:fontRef idx="minor"/>
          </p:style>
        </p:sp>
      </p:grpSp>
      <p:sp>
        <p:nvSpPr>
          <p:cNvPr id="783" name="Text Box 52"/>
          <p:cNvSpPr/>
          <p:nvPr/>
        </p:nvSpPr>
        <p:spPr>
          <a:xfrm>
            <a:off x="2296080" y="586800"/>
            <a:ext cx="2954880" cy="69876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2001"/>
              </a:spcBef>
              <a:buNone/>
            </a:pPr>
            <a:r>
              <a:rPr b="0" lang="ru-RU" sz="4000" spc="-1" strike="noStrike">
                <a:solidFill>
                  <a:srgbClr val="352379"/>
                </a:solidFill>
                <a:latin typeface="Bookman Old Style"/>
                <a:ea typeface="Arial"/>
              </a:rPr>
              <a:t>Например</a:t>
            </a:r>
            <a:r>
              <a:rPr b="0" lang="ru-RU" sz="3500" spc="-1" strike="noStrike">
                <a:solidFill>
                  <a:srgbClr val="352379"/>
                </a:solidFill>
                <a:latin typeface="Bookman Old Style"/>
                <a:ea typeface="Arial"/>
              </a:rPr>
              <a:t>:</a:t>
            </a:r>
            <a:endParaRPr b="0" lang="ru-RU" sz="3500" spc="-1" strike="noStrike">
              <a:latin typeface="Arial"/>
            </a:endParaRPr>
          </a:p>
        </p:txBody>
      </p:sp>
      <p:sp>
        <p:nvSpPr>
          <p:cNvPr id="784" name="AutoShape 38"/>
          <p:cNvSpPr/>
          <p:nvPr/>
        </p:nvSpPr>
        <p:spPr>
          <a:xfrm>
            <a:off x="3430440" y="2851200"/>
            <a:ext cx="961560" cy="879120"/>
          </a:xfrm>
          <a:custGeom>
            <a:avLst/>
            <a:gdLst/>
            <a:ahLst/>
            <a:rect l="l" t="t" r="r" b="b"/>
            <a:pathLst>
              <a:path w="21600" h="21600">
                <a:moveTo>
                  <a:pt x="12532" y="19653"/>
                </a:moveTo>
                <a:cubicBezTo>
                  <a:pt x="16767" y="18825"/>
                  <a:pt x="19822" y="15114"/>
                  <a:pt x="19822" y="10800"/>
                </a:cubicBezTo>
                <a:cubicBezTo>
                  <a:pt x="19822" y="5817"/>
                  <a:pt x="15782" y="1778"/>
                  <a:pt x="10800" y="1778"/>
                </a:cubicBezTo>
                <a:cubicBezTo>
                  <a:pt x="5817" y="1778"/>
                  <a:pt x="1778" y="5817"/>
                  <a:pt x="1778" y="10800"/>
                </a:cubicBezTo>
                <a:lnTo>
                  <a:pt x="0" y="10800"/>
                </a:lnTo>
                <a:cubicBezTo>
                  <a:pt x="0" y="4835"/>
                  <a:pt x="4835" y="0"/>
                  <a:pt x="10800" y="0"/>
                </a:cubicBezTo>
                <a:cubicBezTo>
                  <a:pt x="16764" y="0"/>
                  <a:pt x="21600" y="4835"/>
                  <a:pt x="21600" y="10800"/>
                </a:cubicBezTo>
                <a:cubicBezTo>
                  <a:pt x="21600" y="15964"/>
                  <a:pt x="17943" y="20406"/>
                  <a:pt x="12874" y="21398"/>
                </a:cubicBezTo>
                <a:lnTo>
                  <a:pt x="13393" y="24048"/>
                </a:lnTo>
                <a:lnTo>
                  <a:pt x="9181" y="21215"/>
                </a:lnTo>
                <a:lnTo>
                  <a:pt x="12014" y="17004"/>
                </a:lnTo>
                <a:lnTo>
                  <a:pt x="12532" y="19653"/>
                </a:lnTo>
                <a:close/>
              </a:path>
            </a:pathLst>
          </a:custGeom>
          <a:solidFill>
            <a:schemeClr val="accent1"/>
          </a:solidFill>
          <a:ln w="38100">
            <a:solidFill>
              <a:srgbClr val="352379"/>
            </a:solidFill>
            <a:miter/>
          </a:ln>
        </p:spPr>
        <p:style>
          <a:lnRef idx="0"/>
          <a:fillRef idx="0"/>
          <a:effectRef idx="0"/>
          <a:fontRef idx="minor"/>
        </p:style>
      </p:sp>
      <p:sp>
        <p:nvSpPr>
          <p:cNvPr id="785" name="Line 7"/>
          <p:cNvSpPr/>
          <p:nvPr/>
        </p:nvSpPr>
        <p:spPr>
          <a:xfrm>
            <a:off x="2300040" y="2315880"/>
            <a:ext cx="3210120" cy="360"/>
          </a:xfrm>
          <a:prstGeom prst="line">
            <a:avLst/>
          </a:prstGeom>
          <a:ln w="38100">
            <a:solidFill>
              <a:srgbClr val="352379"/>
            </a:solidFill>
            <a:round/>
          </a:ln>
        </p:spPr>
        <p:style>
          <a:lnRef idx="0"/>
          <a:fillRef idx="0"/>
          <a:effectRef idx="0"/>
          <a:fontRef idx="minor"/>
        </p:style>
      </p:sp>
      <p:sp>
        <p:nvSpPr>
          <p:cNvPr id="786" name="Line 8"/>
          <p:cNvSpPr/>
          <p:nvPr/>
        </p:nvSpPr>
        <p:spPr>
          <a:xfrm>
            <a:off x="5510160" y="2315880"/>
            <a:ext cx="360" cy="2211480"/>
          </a:xfrm>
          <a:prstGeom prst="line">
            <a:avLst/>
          </a:prstGeom>
          <a:ln w="38100">
            <a:solidFill>
              <a:srgbClr val="352379"/>
            </a:solidFill>
            <a:round/>
          </a:ln>
        </p:spPr>
        <p:style>
          <a:lnRef idx="0"/>
          <a:fillRef idx="0"/>
          <a:effectRef idx="0"/>
          <a:fontRef idx="minor"/>
        </p:style>
      </p:sp>
      <p:sp>
        <p:nvSpPr>
          <p:cNvPr id="787" name="Line 9"/>
          <p:cNvSpPr/>
          <p:nvPr/>
        </p:nvSpPr>
        <p:spPr>
          <a:xfrm flipV="1">
            <a:off x="5486400" y="1887480"/>
            <a:ext cx="571320" cy="428400"/>
          </a:xfrm>
          <a:prstGeom prst="line">
            <a:avLst/>
          </a:prstGeom>
          <a:ln w="38100">
            <a:solidFill>
              <a:srgbClr val="352379"/>
            </a:solidFill>
            <a:round/>
          </a:ln>
        </p:spPr>
        <p:style>
          <a:lnRef idx="0"/>
          <a:fillRef idx="0"/>
          <a:effectRef idx="0"/>
          <a:fontRef idx="minor"/>
        </p:style>
      </p:sp>
      <p:sp>
        <p:nvSpPr>
          <p:cNvPr id="788" name="Line 10"/>
          <p:cNvSpPr/>
          <p:nvPr/>
        </p:nvSpPr>
        <p:spPr>
          <a:xfrm flipH="1">
            <a:off x="2300040" y="4503600"/>
            <a:ext cx="3210120" cy="360"/>
          </a:xfrm>
          <a:prstGeom prst="line">
            <a:avLst/>
          </a:prstGeom>
          <a:ln w="38100">
            <a:solidFill>
              <a:srgbClr val="352379"/>
            </a:solidFill>
            <a:round/>
          </a:ln>
        </p:spPr>
        <p:style>
          <a:lnRef idx="0"/>
          <a:fillRef idx="0"/>
          <a:effectRef idx="0"/>
          <a:fontRef idx="minor"/>
        </p:style>
      </p:sp>
      <p:sp>
        <p:nvSpPr>
          <p:cNvPr id="789" name="Line 11"/>
          <p:cNvSpPr/>
          <p:nvPr/>
        </p:nvSpPr>
        <p:spPr>
          <a:xfrm flipV="1">
            <a:off x="5510160" y="4384440"/>
            <a:ext cx="688680" cy="119160"/>
          </a:xfrm>
          <a:prstGeom prst="line">
            <a:avLst/>
          </a:prstGeom>
          <a:ln w="38100">
            <a:solidFill>
              <a:srgbClr val="352379"/>
            </a:solidFill>
            <a:round/>
          </a:ln>
        </p:spPr>
        <p:style>
          <a:lnRef idx="0"/>
          <a:fillRef idx="0"/>
          <a:effectRef idx="0"/>
          <a:fontRef idx="minor"/>
        </p:style>
      </p:sp>
      <p:sp>
        <p:nvSpPr>
          <p:cNvPr id="790" name="Rectangle 12"/>
          <p:cNvSpPr/>
          <p:nvPr/>
        </p:nvSpPr>
        <p:spPr>
          <a:xfrm>
            <a:off x="3786120" y="2195640"/>
            <a:ext cx="840960" cy="237600"/>
          </a:xfrm>
          <a:prstGeom prst="rect">
            <a:avLst/>
          </a:prstGeom>
          <a:solidFill>
            <a:schemeClr val="bg1"/>
          </a:solidFill>
          <a:ln w="38100">
            <a:solidFill>
              <a:srgbClr val="352379"/>
            </a:solidFill>
            <a:miter/>
          </a:ln>
        </p:spPr>
        <p:style>
          <a:lnRef idx="0"/>
          <a:fillRef idx="0"/>
          <a:effectRef idx="0"/>
          <a:fontRef idx="minor"/>
        </p:style>
      </p:sp>
      <p:sp>
        <p:nvSpPr>
          <p:cNvPr id="791" name="Rectangle 13"/>
          <p:cNvSpPr/>
          <p:nvPr/>
        </p:nvSpPr>
        <p:spPr>
          <a:xfrm>
            <a:off x="2479680" y="4406760"/>
            <a:ext cx="839520" cy="236160"/>
          </a:xfrm>
          <a:prstGeom prst="rect">
            <a:avLst/>
          </a:prstGeom>
          <a:solidFill>
            <a:schemeClr val="bg1"/>
          </a:solidFill>
          <a:ln w="38100">
            <a:solidFill>
              <a:srgbClr val="352379"/>
            </a:solidFill>
            <a:miter/>
          </a:ln>
        </p:spPr>
        <p:style>
          <a:lnRef idx="0"/>
          <a:fillRef idx="0"/>
          <a:effectRef idx="0"/>
          <a:fontRef idx="minor"/>
        </p:style>
      </p:sp>
      <p:graphicFrame>
        <p:nvGraphicFramePr>
          <p:cNvPr id="792" name="Object 25"/>
          <p:cNvGraphicFramePr/>
          <p:nvPr/>
        </p:nvGraphicFramePr>
        <p:xfrm>
          <a:off x="3981600" y="1717560"/>
          <a:ext cx="488520" cy="469440"/>
        </p:xfrm>
        <a:graphic>
          <a:graphicData uri="http://schemas.openxmlformats.org/presentationml/2006/ole">
            <p:oleObj progId="Equation.3" r:id="rId7" spid="">
              <p:embed/>
              <p:pic>
                <p:nvPicPr>
                  <p:cNvPr id="793" name="Object 25" descr=""/>
                  <p:cNvPicPr/>
                  <p:nvPr/>
                </p:nvPicPr>
                <p:blipFill>
                  <a:blip r:embed="rId8"/>
                  <a:stretch/>
                </p:blipFill>
                <p:spPr>
                  <a:xfrm>
                    <a:off x="3981600" y="1717560"/>
                    <a:ext cx="488520" cy="469440"/>
                  </a:xfrm>
                  <a:prstGeom prst="rect">
                    <a:avLst/>
                  </a:prstGeom>
                  <a:ln w="0">
                    <a:noFill/>
                  </a:ln>
                </p:spPr>
              </p:pic>
            </p:oleObj>
          </a:graphicData>
        </a:graphic>
      </p:graphicFrame>
      <p:graphicFrame>
        <p:nvGraphicFramePr>
          <p:cNvPr id="794" name="Object 26"/>
          <p:cNvGraphicFramePr/>
          <p:nvPr/>
        </p:nvGraphicFramePr>
        <p:xfrm>
          <a:off x="3849840" y="4911840"/>
          <a:ext cx="204480" cy="266400"/>
        </p:xfrm>
        <a:graphic>
          <a:graphicData uri="http://schemas.openxmlformats.org/presentationml/2006/ole">
            <p:oleObj progId="Equation.3" r:id="rId9" spid="">
              <p:embed/>
              <p:pic>
                <p:nvPicPr>
                  <p:cNvPr id="795" name="Object 26" descr=""/>
                  <p:cNvPicPr/>
                  <p:nvPr/>
                </p:nvPicPr>
                <p:blipFill>
                  <a:blip r:embed="rId10"/>
                  <a:stretch/>
                </p:blipFill>
                <p:spPr>
                  <a:xfrm>
                    <a:off x="3849840" y="4911840"/>
                    <a:ext cx="204480" cy="266400"/>
                  </a:xfrm>
                  <a:prstGeom prst="rect">
                    <a:avLst/>
                  </a:prstGeom>
                  <a:ln w="0">
                    <a:noFill/>
                  </a:ln>
                </p:spPr>
              </p:pic>
            </p:oleObj>
          </a:graphicData>
        </a:graphic>
      </p:graphicFrame>
      <p:graphicFrame>
        <p:nvGraphicFramePr>
          <p:cNvPr id="796" name="Object 27"/>
          <p:cNvGraphicFramePr/>
          <p:nvPr/>
        </p:nvGraphicFramePr>
        <p:xfrm>
          <a:off x="2616120" y="4727520"/>
          <a:ext cx="522000" cy="488520"/>
        </p:xfrm>
        <a:graphic>
          <a:graphicData uri="http://schemas.openxmlformats.org/presentationml/2006/ole">
            <p:oleObj progId="Equation.3" r:id="rId11" spid="">
              <p:embed/>
              <p:pic>
                <p:nvPicPr>
                  <p:cNvPr id="797" name="Object 27" descr=""/>
                  <p:cNvPicPr/>
                  <p:nvPr/>
                </p:nvPicPr>
                <p:blipFill>
                  <a:blip r:embed="rId12"/>
                  <a:stretch/>
                </p:blipFill>
                <p:spPr>
                  <a:xfrm>
                    <a:off x="2616120" y="4727520"/>
                    <a:ext cx="522000" cy="488520"/>
                  </a:xfrm>
                  <a:prstGeom prst="rect">
                    <a:avLst/>
                  </a:prstGeom>
                  <a:ln w="0">
                    <a:noFill/>
                  </a:ln>
                </p:spPr>
              </p:pic>
            </p:oleObj>
          </a:graphicData>
        </a:graphic>
      </p:graphicFrame>
      <p:grpSp>
        <p:nvGrpSpPr>
          <p:cNvPr id="798" name="Group 28"/>
          <p:cNvGrpSpPr/>
          <p:nvPr/>
        </p:nvGrpSpPr>
        <p:grpSpPr>
          <a:xfrm>
            <a:off x="2170080" y="4384440"/>
            <a:ext cx="190440" cy="225360"/>
            <a:chOff x="2170080" y="4384440"/>
            <a:chExt cx="190440" cy="225360"/>
          </a:xfrm>
        </p:grpSpPr>
        <p:sp>
          <p:nvSpPr>
            <p:cNvPr id="799" name="Oval 29"/>
            <p:cNvSpPr/>
            <p:nvPr/>
          </p:nvSpPr>
          <p:spPr>
            <a:xfrm>
              <a:off x="2229480" y="4443840"/>
              <a:ext cx="95040" cy="94680"/>
            </a:xfrm>
            <a:prstGeom prst="ellipse">
              <a:avLst/>
            </a:prstGeom>
            <a:noFill/>
            <a:ln w="38100">
              <a:solidFill>
                <a:srgbClr val="352379"/>
              </a:solidFill>
              <a:round/>
            </a:ln>
          </p:spPr>
          <p:style>
            <a:lnRef idx="0"/>
            <a:fillRef idx="0"/>
            <a:effectRef idx="0"/>
            <a:fontRef idx="minor"/>
          </p:style>
        </p:sp>
        <p:sp>
          <p:nvSpPr>
            <p:cNvPr id="800" name="Line 30"/>
            <p:cNvSpPr/>
            <p:nvPr/>
          </p:nvSpPr>
          <p:spPr>
            <a:xfrm flipH="1">
              <a:off x="2170080" y="4384440"/>
              <a:ext cx="190440" cy="225360"/>
            </a:xfrm>
            <a:prstGeom prst="line">
              <a:avLst/>
            </a:prstGeom>
            <a:ln w="38100">
              <a:solidFill>
                <a:srgbClr val="352379"/>
              </a:solidFill>
              <a:round/>
            </a:ln>
          </p:spPr>
          <p:style>
            <a:lnRef idx="0"/>
            <a:fillRef idx="0"/>
            <a:effectRef idx="0"/>
            <a:fontRef idx="minor"/>
          </p:style>
        </p:sp>
      </p:grpSp>
      <p:grpSp>
        <p:nvGrpSpPr>
          <p:cNvPr id="801" name="Group 31"/>
          <p:cNvGrpSpPr/>
          <p:nvPr/>
        </p:nvGrpSpPr>
        <p:grpSpPr>
          <a:xfrm>
            <a:off x="2193840" y="2209680"/>
            <a:ext cx="190440" cy="225360"/>
            <a:chOff x="2193840" y="2209680"/>
            <a:chExt cx="190440" cy="225360"/>
          </a:xfrm>
        </p:grpSpPr>
        <p:sp>
          <p:nvSpPr>
            <p:cNvPr id="802" name="Oval 32"/>
            <p:cNvSpPr/>
            <p:nvPr/>
          </p:nvSpPr>
          <p:spPr>
            <a:xfrm>
              <a:off x="2253600" y="2269080"/>
              <a:ext cx="95040" cy="94680"/>
            </a:xfrm>
            <a:prstGeom prst="ellipse">
              <a:avLst/>
            </a:prstGeom>
            <a:noFill/>
            <a:ln w="38100">
              <a:solidFill>
                <a:srgbClr val="352379"/>
              </a:solidFill>
              <a:round/>
            </a:ln>
          </p:spPr>
          <p:style>
            <a:lnRef idx="0"/>
            <a:fillRef idx="0"/>
            <a:effectRef idx="0"/>
            <a:fontRef idx="minor"/>
          </p:style>
        </p:sp>
        <p:sp>
          <p:nvSpPr>
            <p:cNvPr id="803" name="Line 33"/>
            <p:cNvSpPr/>
            <p:nvPr/>
          </p:nvSpPr>
          <p:spPr>
            <a:xfrm flipH="1">
              <a:off x="2193840" y="2209680"/>
              <a:ext cx="190440" cy="225360"/>
            </a:xfrm>
            <a:prstGeom prst="line">
              <a:avLst/>
            </a:prstGeom>
            <a:ln w="38100">
              <a:solidFill>
                <a:srgbClr val="352379"/>
              </a:solidFill>
              <a:round/>
            </a:ln>
          </p:spPr>
          <p:style>
            <a:lnRef idx="0"/>
            <a:fillRef idx="0"/>
            <a:effectRef idx="0"/>
            <a:fontRef idx="minor"/>
          </p:style>
        </p:sp>
      </p:grpSp>
      <p:sp>
        <p:nvSpPr>
          <p:cNvPr id="804" name="Oval 34"/>
          <p:cNvSpPr/>
          <p:nvPr/>
        </p:nvSpPr>
        <p:spPr>
          <a:xfrm>
            <a:off x="5451480" y="4443480"/>
            <a:ext cx="95040" cy="95040"/>
          </a:xfrm>
          <a:prstGeom prst="ellipse">
            <a:avLst/>
          </a:prstGeom>
          <a:noFill/>
          <a:ln w="38100">
            <a:solidFill>
              <a:srgbClr val="352379"/>
            </a:solidFill>
            <a:round/>
          </a:ln>
        </p:spPr>
        <p:style>
          <a:lnRef idx="0"/>
          <a:fillRef idx="0"/>
          <a:effectRef idx="0"/>
          <a:fontRef idx="minor"/>
        </p:style>
      </p:sp>
      <p:sp>
        <p:nvSpPr>
          <p:cNvPr id="805" name="Oval 35"/>
          <p:cNvSpPr/>
          <p:nvPr/>
        </p:nvSpPr>
        <p:spPr>
          <a:xfrm>
            <a:off x="5462640" y="2255760"/>
            <a:ext cx="95040" cy="95040"/>
          </a:xfrm>
          <a:prstGeom prst="ellipse">
            <a:avLst/>
          </a:prstGeom>
          <a:noFill/>
          <a:ln w="38100">
            <a:solidFill>
              <a:srgbClr val="352379"/>
            </a:solidFill>
            <a:round/>
          </a:ln>
        </p:spPr>
        <p:style>
          <a:lnRef idx="0"/>
          <a:fillRef idx="0"/>
          <a:effectRef idx="0"/>
          <a:fontRef idx="minor"/>
        </p:style>
      </p:sp>
      <p:sp>
        <p:nvSpPr>
          <p:cNvPr id="806" name="Text Box 36"/>
          <p:cNvSpPr/>
          <p:nvPr/>
        </p:nvSpPr>
        <p:spPr>
          <a:xfrm>
            <a:off x="5528520" y="2664360"/>
            <a:ext cx="371520" cy="36360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901"/>
              </a:spcBef>
              <a:buNone/>
            </a:pPr>
            <a:r>
              <a:rPr b="1" lang="ru-RU" sz="1800" spc="-1" strike="noStrike">
                <a:solidFill>
                  <a:srgbClr val="352379"/>
                </a:solidFill>
                <a:latin typeface="Montserrat"/>
                <a:ea typeface="Arial"/>
              </a:rPr>
              <a:t>+</a:t>
            </a:r>
            <a:endParaRPr b="0" lang="ru-RU" sz="1800" spc="-1" strike="noStrike">
              <a:latin typeface="Arial"/>
            </a:endParaRPr>
          </a:p>
        </p:txBody>
      </p:sp>
      <p:graphicFrame>
        <p:nvGraphicFramePr>
          <p:cNvPr id="807" name="Object 37"/>
          <p:cNvGraphicFramePr/>
          <p:nvPr/>
        </p:nvGraphicFramePr>
        <p:xfrm>
          <a:off x="6191280" y="3073320"/>
          <a:ext cx="460080" cy="488520"/>
        </p:xfrm>
        <a:graphic>
          <a:graphicData uri="http://schemas.openxmlformats.org/presentationml/2006/ole">
            <p:oleObj progId="Equation.3" r:id="rId13" spid="">
              <p:embed/>
              <p:pic>
                <p:nvPicPr>
                  <p:cNvPr id="808" name="Object 37" descr=""/>
                  <p:cNvPicPr/>
                  <p:nvPr/>
                </p:nvPicPr>
                <p:blipFill>
                  <a:blip r:embed="rId14"/>
                  <a:stretch/>
                </p:blipFill>
                <p:spPr>
                  <a:xfrm>
                    <a:off x="6191280" y="3073320"/>
                    <a:ext cx="460080" cy="488520"/>
                  </a:xfrm>
                  <a:prstGeom prst="rect">
                    <a:avLst/>
                  </a:prstGeom>
                  <a:ln w="0">
                    <a:noFill/>
                  </a:ln>
                </p:spPr>
              </p:pic>
            </p:oleObj>
          </a:graphicData>
        </a:graphic>
      </p:graphicFrame>
      <p:grpSp>
        <p:nvGrpSpPr>
          <p:cNvPr id="809" name="Group 57"/>
          <p:cNvGrpSpPr/>
          <p:nvPr/>
        </p:nvGrpSpPr>
        <p:grpSpPr>
          <a:xfrm>
            <a:off x="3371760" y="4147560"/>
            <a:ext cx="1198440" cy="705960"/>
            <a:chOff x="3371760" y="4147560"/>
            <a:chExt cx="1198440" cy="705960"/>
          </a:xfrm>
        </p:grpSpPr>
        <p:sp>
          <p:nvSpPr>
            <p:cNvPr id="810" name="Oval 58"/>
            <p:cNvSpPr/>
            <p:nvPr/>
          </p:nvSpPr>
          <p:spPr>
            <a:xfrm flipV="1" rot="10800000">
              <a:off x="3674880" y="4147200"/>
              <a:ext cx="704520" cy="705960"/>
            </a:xfrm>
            <a:prstGeom prst="ellipse">
              <a:avLst/>
            </a:prstGeom>
            <a:solidFill>
              <a:schemeClr val="bg1"/>
            </a:solidFill>
            <a:ln w="38100">
              <a:solidFill>
                <a:srgbClr val="352379"/>
              </a:solidFill>
              <a:round/>
            </a:ln>
          </p:spPr>
          <p:style>
            <a:lnRef idx="0"/>
            <a:fillRef idx="0"/>
            <a:effectRef idx="0"/>
            <a:fontRef idx="minor"/>
          </p:style>
        </p:sp>
        <p:grpSp>
          <p:nvGrpSpPr>
            <p:cNvPr id="811" name="Group 59"/>
            <p:cNvGrpSpPr/>
            <p:nvPr/>
          </p:nvGrpSpPr>
          <p:grpSpPr>
            <a:xfrm>
              <a:off x="3697560" y="4358880"/>
              <a:ext cx="211680" cy="291600"/>
              <a:chOff x="3697560" y="4358880"/>
              <a:chExt cx="211680" cy="291600"/>
            </a:xfrm>
          </p:grpSpPr>
          <p:sp>
            <p:nvSpPr>
              <p:cNvPr id="812" name="Line 60"/>
              <p:cNvSpPr/>
              <p:nvPr/>
            </p:nvSpPr>
            <p:spPr>
              <a:xfrm flipV="1">
                <a:off x="3697560" y="4358880"/>
                <a:ext cx="211680" cy="153720"/>
              </a:xfrm>
              <a:prstGeom prst="line">
                <a:avLst/>
              </a:prstGeom>
              <a:ln w="38100">
                <a:solidFill>
                  <a:srgbClr val="352379"/>
                </a:solidFill>
                <a:round/>
              </a:ln>
            </p:spPr>
            <p:style>
              <a:lnRef idx="0"/>
              <a:fillRef idx="0"/>
              <a:effectRef idx="0"/>
              <a:fontRef idx="minor"/>
            </p:style>
          </p:sp>
          <p:sp>
            <p:nvSpPr>
              <p:cNvPr id="813" name="Line 61"/>
              <p:cNvSpPr/>
              <p:nvPr/>
            </p:nvSpPr>
            <p:spPr>
              <a:xfrm>
                <a:off x="3698640" y="4499280"/>
                <a:ext cx="209880" cy="151200"/>
              </a:xfrm>
              <a:prstGeom prst="line">
                <a:avLst/>
              </a:prstGeom>
              <a:ln w="38100">
                <a:solidFill>
                  <a:srgbClr val="352379"/>
                </a:solidFill>
                <a:round/>
              </a:ln>
            </p:spPr>
            <p:style>
              <a:lnRef idx="0"/>
              <a:fillRef idx="0"/>
              <a:effectRef idx="0"/>
              <a:fontRef idx="minor"/>
            </p:style>
          </p:sp>
        </p:grpSp>
        <p:sp>
          <p:nvSpPr>
            <p:cNvPr id="814" name="Line 62"/>
            <p:cNvSpPr/>
            <p:nvPr/>
          </p:nvSpPr>
          <p:spPr>
            <a:xfrm>
              <a:off x="3371760" y="4507200"/>
              <a:ext cx="1198440" cy="360"/>
            </a:xfrm>
            <a:prstGeom prst="line">
              <a:avLst/>
            </a:prstGeom>
            <a:ln w="38100">
              <a:solidFill>
                <a:srgbClr val="352379"/>
              </a:solidFill>
              <a:round/>
            </a:ln>
          </p:spPr>
          <p:style>
            <a:lnRef idx="0"/>
            <a:fillRef idx="0"/>
            <a:effectRef idx="0"/>
            <a:fontRef idx="minor"/>
          </p:style>
        </p:sp>
      </p:grpSp>
      <p:grpSp>
        <p:nvGrpSpPr>
          <p:cNvPr id="815" name="Group 63"/>
          <p:cNvGrpSpPr/>
          <p:nvPr/>
        </p:nvGrpSpPr>
        <p:grpSpPr>
          <a:xfrm>
            <a:off x="5118480" y="2975040"/>
            <a:ext cx="690120" cy="688680"/>
            <a:chOff x="5118480" y="2975040"/>
            <a:chExt cx="690120" cy="688680"/>
          </a:xfrm>
        </p:grpSpPr>
        <p:sp>
          <p:nvSpPr>
            <p:cNvPr id="816" name="Oval 64"/>
            <p:cNvSpPr/>
            <p:nvPr/>
          </p:nvSpPr>
          <p:spPr>
            <a:xfrm rot="10800000">
              <a:off x="5118480" y="2975040"/>
              <a:ext cx="690120" cy="688680"/>
            </a:xfrm>
            <a:prstGeom prst="ellipse">
              <a:avLst/>
            </a:prstGeom>
            <a:solidFill>
              <a:schemeClr val="bg1"/>
            </a:solidFill>
            <a:ln w="38100">
              <a:solidFill>
                <a:srgbClr val="352379"/>
              </a:solidFill>
              <a:round/>
            </a:ln>
          </p:spPr>
          <p:style>
            <a:lnRef idx="0"/>
            <a:fillRef idx="0"/>
            <a:effectRef idx="0"/>
            <a:fontRef idx="minor"/>
          </p:style>
        </p:sp>
        <p:sp>
          <p:nvSpPr>
            <p:cNvPr id="817" name="Line 65"/>
            <p:cNvSpPr/>
            <p:nvPr/>
          </p:nvSpPr>
          <p:spPr>
            <a:xfrm>
              <a:off x="5467320" y="3149640"/>
              <a:ext cx="149760" cy="205560"/>
            </a:xfrm>
            <a:prstGeom prst="line">
              <a:avLst/>
            </a:prstGeom>
            <a:ln w="38100">
              <a:solidFill>
                <a:srgbClr val="352379"/>
              </a:solidFill>
              <a:round/>
            </a:ln>
          </p:spPr>
          <p:style>
            <a:lnRef idx="0"/>
            <a:fillRef idx="0"/>
            <a:effectRef idx="0"/>
            <a:fontRef idx="minor"/>
          </p:style>
        </p:sp>
        <p:sp>
          <p:nvSpPr>
            <p:cNvPr id="818" name="Line 66"/>
            <p:cNvSpPr/>
            <p:nvPr/>
          </p:nvSpPr>
          <p:spPr>
            <a:xfrm flipH="1">
              <a:off x="5309280" y="3148920"/>
              <a:ext cx="149040" cy="205920"/>
            </a:xfrm>
            <a:prstGeom prst="line">
              <a:avLst/>
            </a:prstGeom>
            <a:ln w="38100">
              <a:solidFill>
                <a:srgbClr val="352379"/>
              </a:solidFill>
              <a:round/>
            </a:ln>
          </p:spPr>
          <p:style>
            <a:lnRef idx="0"/>
            <a:fillRef idx="0"/>
            <a:effectRef idx="0"/>
            <a:fontRef idx="minor"/>
          </p:style>
        </p:sp>
        <p:sp>
          <p:nvSpPr>
            <p:cNvPr id="819" name="Line 67"/>
            <p:cNvSpPr/>
            <p:nvPr/>
          </p:nvSpPr>
          <p:spPr>
            <a:xfrm>
              <a:off x="5383080" y="3121560"/>
              <a:ext cx="360" cy="360"/>
            </a:xfrm>
            <a:prstGeom prst="line">
              <a:avLst/>
            </a:prstGeom>
            <a:ln w="38100">
              <a:solidFill>
                <a:srgbClr val="352379"/>
              </a:solidFill>
              <a:round/>
            </a:ln>
          </p:spPr>
          <p:style>
            <a:lnRef idx="0"/>
            <a:fillRef idx="0"/>
            <a:effectRef idx="0"/>
            <a:fontRef idx="minor"/>
          </p:style>
        </p:sp>
        <p:sp>
          <p:nvSpPr>
            <p:cNvPr id="820" name="Line 68"/>
            <p:cNvSpPr/>
            <p:nvPr/>
          </p:nvSpPr>
          <p:spPr>
            <a:xfrm>
              <a:off x="5475240" y="3322800"/>
              <a:ext cx="149760" cy="205560"/>
            </a:xfrm>
            <a:prstGeom prst="line">
              <a:avLst/>
            </a:prstGeom>
            <a:ln w="38100">
              <a:solidFill>
                <a:srgbClr val="352379"/>
              </a:solidFill>
              <a:round/>
            </a:ln>
          </p:spPr>
          <p:style>
            <a:lnRef idx="0"/>
            <a:fillRef idx="0"/>
            <a:effectRef idx="0"/>
            <a:fontRef idx="minor"/>
          </p:style>
        </p:sp>
        <p:sp>
          <p:nvSpPr>
            <p:cNvPr id="821" name="Line 69"/>
            <p:cNvSpPr/>
            <p:nvPr/>
          </p:nvSpPr>
          <p:spPr>
            <a:xfrm flipH="1">
              <a:off x="5316840" y="3322440"/>
              <a:ext cx="147600" cy="206280"/>
            </a:xfrm>
            <a:prstGeom prst="line">
              <a:avLst/>
            </a:prstGeom>
            <a:ln w="38100">
              <a:solidFill>
                <a:srgbClr val="352379"/>
              </a:solidFill>
              <a:round/>
            </a:ln>
          </p:spPr>
          <p:style>
            <a:lnRef idx="0"/>
            <a:fillRef idx="0"/>
            <a:effectRef idx="0"/>
            <a:fontRef idx="minor"/>
          </p:style>
        </p:sp>
      </p:grpSp>
      <p:sp>
        <p:nvSpPr>
          <p:cNvPr id="822" name="Line 74"/>
          <p:cNvSpPr/>
          <p:nvPr/>
        </p:nvSpPr>
        <p:spPr>
          <a:xfrm>
            <a:off x="2247840" y="2673000"/>
            <a:ext cx="360" cy="1589400"/>
          </a:xfrm>
          <a:prstGeom prst="line">
            <a:avLst/>
          </a:prstGeom>
          <a:ln w="38100">
            <a:solidFill>
              <a:srgbClr val="352379"/>
            </a:solidFill>
            <a:round/>
            <a:tailEnd len="med" type="triangle" w="med"/>
          </a:ln>
        </p:spPr>
        <p:style>
          <a:lnRef idx="0"/>
          <a:fillRef idx="0"/>
          <a:effectRef idx="0"/>
          <a:fontRef idx="minor"/>
        </p:style>
      </p:sp>
      <p:sp>
        <p:nvSpPr>
          <p:cNvPr id="823" name="Text Box 75"/>
          <p:cNvSpPr/>
          <p:nvPr/>
        </p:nvSpPr>
        <p:spPr>
          <a:xfrm>
            <a:off x="2342520" y="3097080"/>
            <a:ext cx="469080" cy="63792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1800"/>
              </a:spcBef>
              <a:buNone/>
            </a:pPr>
            <a:r>
              <a:rPr b="0" lang="en-US" sz="3600" spc="-1" strike="noStrike">
                <a:solidFill>
                  <a:srgbClr val="352379"/>
                </a:solidFill>
                <a:latin typeface="Montserrat"/>
                <a:ea typeface="Arial"/>
              </a:rPr>
              <a:t>u</a:t>
            </a:r>
            <a:endParaRPr b="0" lang="ru-RU" sz="3600" spc="-1" strike="noStrike">
              <a:latin typeface="Arial"/>
            </a:endParaRPr>
          </a:p>
        </p:txBody>
      </p:sp>
      <p:sp>
        <p:nvSpPr>
          <p:cNvPr id="824" name="Line 76"/>
          <p:cNvSpPr/>
          <p:nvPr/>
        </p:nvSpPr>
        <p:spPr>
          <a:xfrm>
            <a:off x="6005160" y="2841480"/>
            <a:ext cx="360" cy="955800"/>
          </a:xfrm>
          <a:prstGeom prst="line">
            <a:avLst/>
          </a:prstGeom>
          <a:ln w="38100">
            <a:solidFill>
              <a:srgbClr val="352379"/>
            </a:solidFill>
            <a:round/>
            <a:tailEnd len="med" type="triangle" w="med"/>
          </a:ln>
        </p:spPr>
        <p:style>
          <a:lnRef idx="0"/>
          <a:fillRef idx="0"/>
          <a:effectRef idx="0"/>
          <a:fontRef idx="minor"/>
        </p:style>
      </p:sp>
      <p:sp>
        <p:nvSpPr>
          <p:cNvPr id="825" name="Text Box 77"/>
          <p:cNvSpPr/>
          <p:nvPr/>
        </p:nvSpPr>
        <p:spPr>
          <a:xfrm>
            <a:off x="5607720" y="3509640"/>
            <a:ext cx="344160" cy="63792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1800"/>
              </a:spcBef>
              <a:buNone/>
            </a:pPr>
            <a:r>
              <a:rPr b="0" lang="ru-RU" sz="3600" spc="-1" strike="noStrike">
                <a:solidFill>
                  <a:srgbClr val="352379"/>
                </a:solidFill>
                <a:latin typeface="Montserrat"/>
                <a:ea typeface="Arial"/>
              </a:rPr>
              <a:t>-</a:t>
            </a:r>
            <a:endParaRPr b="0" lang="ru-RU" sz="3600" spc="-1" strike="noStrike">
              <a:latin typeface="Arial"/>
            </a:endParaRPr>
          </a:p>
        </p:txBody>
      </p:sp>
      <p:sp>
        <p:nvSpPr>
          <p:cNvPr id="826" name="Прямоугольник 1"/>
          <p:cNvSpPr/>
          <p:nvPr/>
        </p:nvSpPr>
        <p:spPr>
          <a:xfrm>
            <a:off x="217800" y="117720"/>
            <a:ext cx="1810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1800" spc="-1" strike="noStrike">
                <a:solidFill>
                  <a:srgbClr val="ffffff"/>
                </a:solidFill>
                <a:latin typeface="Montserrat"/>
                <a:ea typeface="Arial"/>
              </a:rPr>
              <a:t>Кафедра ТЭЦ</a:t>
            </a:r>
            <a:endParaRPr b="0" lang="ru-RU" sz="1800" spc="-1" strike="noStrike">
              <a:latin typeface="Arial"/>
            </a:endParaRPr>
          </a:p>
        </p:txBody>
      </p:sp>
      <p:pic>
        <p:nvPicPr>
          <p:cNvPr id="827" name="" descr=""/>
          <p:cNvPicPr/>
          <p:nvPr/>
        </p:nvPicPr>
        <p:blipFill>
          <a:blip r:embed="rId15"/>
          <a:stretch/>
        </p:blipFill>
        <p:spPr>
          <a:xfrm>
            <a:off x="4140360" y="5499000"/>
            <a:ext cx="6032520" cy="888840"/>
          </a:xfrm>
          <a:prstGeom prst="rect">
            <a:avLst/>
          </a:prstGeom>
          <a:ln w="0">
            <a:noFill/>
          </a:ln>
        </p:spPr>
      </p:pic>
      <p:pic>
        <p:nvPicPr>
          <p:cNvPr id="828" name="" descr=""/>
          <p:cNvPicPr/>
          <p:nvPr/>
        </p:nvPicPr>
        <p:blipFill>
          <a:blip r:embed="rId16"/>
          <a:stretch/>
        </p:blipFill>
        <p:spPr>
          <a:xfrm>
            <a:off x="3009960" y="1727280"/>
            <a:ext cx="279360" cy="431640"/>
          </a:xfrm>
          <a:prstGeom prst="rect">
            <a:avLst/>
          </a:prstGeom>
          <a:ln w="0">
            <a:noFill/>
          </a:ln>
        </p:spPr>
      </p:pic>
      <p:pic>
        <p:nvPicPr>
          <p:cNvPr id="829" name="" descr=""/>
          <p:cNvPicPr/>
          <p:nvPr/>
        </p:nvPicPr>
        <p:blipFill>
          <a:blip r:embed="rId17"/>
          <a:stretch/>
        </p:blipFill>
        <p:spPr>
          <a:xfrm>
            <a:off x="4889520" y="4546440"/>
            <a:ext cx="330120" cy="482760"/>
          </a:xfrm>
          <a:prstGeom prst="rect">
            <a:avLst/>
          </a:prstGeom>
          <a:ln w="0">
            <a:noFill/>
          </a:ln>
        </p:spPr>
      </p:pic>
      <p:pic>
        <p:nvPicPr>
          <p:cNvPr id="830" name="" descr=""/>
          <p:cNvPicPr/>
          <p:nvPr/>
        </p:nvPicPr>
        <p:blipFill>
          <a:blip r:embed="rId18"/>
          <a:stretch/>
        </p:blipFill>
        <p:spPr>
          <a:xfrm>
            <a:off x="3975120" y="1714680"/>
            <a:ext cx="482760" cy="469800"/>
          </a:xfrm>
          <a:prstGeom prst="rect">
            <a:avLst/>
          </a:prstGeom>
          <a:ln w="0">
            <a:noFill/>
          </a:ln>
        </p:spPr>
      </p:pic>
      <p:pic>
        <p:nvPicPr>
          <p:cNvPr id="831" name="" descr=""/>
          <p:cNvPicPr/>
          <p:nvPr/>
        </p:nvPicPr>
        <p:blipFill>
          <a:blip r:embed="rId19"/>
          <a:stretch/>
        </p:blipFill>
        <p:spPr>
          <a:xfrm>
            <a:off x="3848040" y="4902120"/>
            <a:ext cx="203040" cy="266760"/>
          </a:xfrm>
          <a:prstGeom prst="rect">
            <a:avLst/>
          </a:prstGeom>
          <a:ln w="0">
            <a:noFill/>
          </a:ln>
        </p:spPr>
      </p:pic>
      <p:pic>
        <p:nvPicPr>
          <p:cNvPr id="832" name="" descr=""/>
          <p:cNvPicPr/>
          <p:nvPr/>
        </p:nvPicPr>
        <p:blipFill>
          <a:blip r:embed="rId20"/>
          <a:stretch/>
        </p:blipFill>
        <p:spPr>
          <a:xfrm>
            <a:off x="2616120" y="4724280"/>
            <a:ext cx="520560" cy="482760"/>
          </a:xfrm>
          <a:prstGeom prst="rect">
            <a:avLst/>
          </a:prstGeom>
          <a:ln w="0">
            <a:noFill/>
          </a:ln>
        </p:spPr>
      </p:pic>
      <p:pic>
        <p:nvPicPr>
          <p:cNvPr id="833" name="" descr=""/>
          <p:cNvPicPr/>
          <p:nvPr/>
        </p:nvPicPr>
        <p:blipFill>
          <a:blip r:embed="rId21"/>
          <a:stretch/>
        </p:blipFill>
        <p:spPr>
          <a:xfrm>
            <a:off x="6184800" y="3073320"/>
            <a:ext cx="457200" cy="482760"/>
          </a:xfrm>
          <a:prstGeom prst="rect">
            <a:avLst/>
          </a:prstGeom>
          <a:ln w="0">
            <a:noFill/>
          </a:ln>
        </p:spPr>
      </p:pic>
      <p:sp>
        <p:nvSpPr>
          <p:cNvPr id="2" name="PlaceHolder 1"/>
          <p:cNvSpPr>
            <a:spLocks noGrp="1"/>
          </p:cNvSpPr>
          <p:nvPr>
            <p:ph type="sldNum" idx="12"/>
          </p:nvPr>
        </p:nvSpPr>
        <p:spPr/>
        <p:txBody>
          <a:bodyPr/>
          <a:p>
            <a:fld id="{32BF4074-11D0-4BF9-83A7-D5AC98E5E8CA}" type="slidenum">
              <a:t>36</a:t>
            </a:fld>
          </a:p>
        </p:txBody>
      </p:sp>
    </p:spTree>
  </p:cSld>
  <mc:AlternateContent>
    <mc:Choice Requires="p14">
      <p:transition spd="slow" p14:dur="2000"/>
    </mc:Choice>
    <mc:Fallback>
      <p:transition spd="slow"/>
    </mc:Fallback>
  </mc:AlternateContent>
  <p:timing>
    <p:tnLst>
      <p:par>
        <p:cTn id="285" dur="indefinite" restart="never" nodeType="tmRoot">
          <p:childTnLst>
            <p:seq>
              <p:cTn id="286" dur="indefinite" nodeType="mainSeq">
                <p:childTnLst>
                  <p:par>
                    <p:cTn id="287" nodeType="clickEffect" fill="hold">
                      <p:stCondLst>
                        <p:cond delay="0"/>
                      </p:stCondLst>
                      <p:childTnLst>
                        <p:par>
                          <p:cTn id="288" nodeType="withEffect" fill="hold">
                            <p:stCondLst>
                              <p:cond delay="0"/>
                            </p:stCondLst>
                            <p:childTnLst>
                              <p:par>
                                <p:cTn id="289" nodeType="afterEffect" fill="hold" presetClass="entr" presetID="1">
                                  <p:stCondLst>
                                    <p:cond delay="1000"/>
                                  </p:stCondLst>
                                  <p:childTnLst>
                                    <p:set>
                                      <p:cBhvr>
                                        <p:cTn id="290" dur="1" fill="hold">
                                          <p:stCondLst>
                                            <p:cond delay="499"/>
                                          </p:stCondLst>
                                        </p:cTn>
                                        <p:tgtEl>
                                          <p:spTgt spid="783"/>
                                        </p:tgtEl>
                                        <p:attrNameLst>
                                          <p:attrName>style.visibility</p:attrName>
                                        </p:attrNameLst>
                                      </p:cBhvr>
                                      <p:to>
                                        <p:strVal val="visible"/>
                                      </p:to>
                                    </p:set>
                                  </p:childTnLst>
                                </p:cTn>
                              </p:par>
                            </p:childTnLst>
                          </p:cTn>
                        </p:par>
                        <p:par>
                          <p:cTn id="291" nodeType="afterEffect" fill="hold">
                            <p:stCondLst>
                              <p:cond delay="1500"/>
                            </p:stCondLst>
                            <p:childTnLst>
                              <p:par>
                                <p:cTn id="292" nodeType="afterEffect" fill="hold" presetClass="entr" presetID="5" presetSubtype="5">
                                  <p:stCondLst>
                                    <p:cond delay="1000"/>
                                  </p:stCondLst>
                                  <p:childTnLst>
                                    <p:set>
                                      <p:cBhvr>
                                        <p:cTn id="293" dur="1" fill="hold">
                                          <p:stCondLst>
                                            <p:cond delay="0"/>
                                          </p:stCondLst>
                                        </p:cTn>
                                        <p:tgtEl>
                                          <p:spTgt spid="772"/>
                                        </p:tgtEl>
                                        <p:attrNameLst>
                                          <p:attrName>style.visibility</p:attrName>
                                        </p:attrNameLst>
                                      </p:cBhvr>
                                      <p:to>
                                        <p:strVal val="visible"/>
                                      </p:to>
                                    </p:set>
                                    <p:animEffect filter="checkerboard(down)" transition="in">
                                      <p:cBhvr additive="repl">
                                        <p:cTn id="294" dur="500"/>
                                        <p:tgtEl>
                                          <p:spTgt spid="772"/>
                                        </p:tgtEl>
                                      </p:cBhvr>
                                    </p:animEffect>
                                  </p:childTnLst>
                                </p:cTn>
                              </p:par>
                            </p:childTnLst>
                          </p:cTn>
                        </p:par>
                        <p:par>
                          <p:cTn id="295" nodeType="afterEffect" fill="hold">
                            <p:stCondLst>
                              <p:cond delay="3000"/>
                            </p:stCondLst>
                            <p:childTnLst>
                              <p:par>
                                <p:cTn id="296" nodeType="afterEffect" fill="hold" presetClass="entr" presetID="17" presetSubtype="2">
                                  <p:stCondLst>
                                    <p:cond delay="1000"/>
                                  </p:stCondLst>
                                  <p:childTnLst>
                                    <p:set>
                                      <p:cBhvr>
                                        <p:cTn id="297" dur="1" fill="hold">
                                          <p:stCondLst>
                                            <p:cond delay="0"/>
                                          </p:stCondLst>
                                        </p:cTn>
                                        <p:tgtEl>
                                          <p:spTgt spid="773"/>
                                        </p:tgtEl>
                                        <p:attrNameLst>
                                          <p:attrName>style.visibility</p:attrName>
                                        </p:attrNameLst>
                                      </p:cBhvr>
                                      <p:to>
                                        <p:strVal val="visible"/>
                                      </p:to>
                                    </p:set>
                                    <p:anim calcmode="lin" valueType="num">
                                      <p:cBhvr additive="repl">
                                        <p:cTn id="298" dur="500" fill="hold"/>
                                        <p:tgtEl>
                                          <p:spTgt spid="773"/>
                                        </p:tgtEl>
                                        <p:attrNameLst>
                                          <p:attrName>ppt_x</p:attrName>
                                        </p:attrNameLst>
                                      </p:cBhvr>
                                      <p:tavLst>
                                        <p:tav tm="0">
                                          <p:val>
                                            <p:strVal val="#ppt_x+#ppt_w/2"/>
                                          </p:val>
                                        </p:tav>
                                        <p:tav tm="100000">
                                          <p:val>
                                            <p:strVal val="#ppt_x"/>
                                          </p:val>
                                        </p:tav>
                                      </p:tavLst>
                                    </p:anim>
                                    <p:anim calcmode="lin" valueType="num">
                                      <p:cBhvr additive="repl">
                                        <p:cTn id="299" dur="500" fill="hold"/>
                                        <p:tgtEl>
                                          <p:spTgt spid="773"/>
                                        </p:tgtEl>
                                        <p:attrNameLst>
                                          <p:attrName>ppt_y</p:attrName>
                                        </p:attrNameLst>
                                      </p:cBhvr>
                                      <p:tavLst>
                                        <p:tav tm="0">
                                          <p:val>
                                            <p:strVal val="#ppt_y"/>
                                          </p:val>
                                        </p:tav>
                                        <p:tav tm="100000">
                                          <p:val>
                                            <p:strVal val="#ppt_y"/>
                                          </p:val>
                                        </p:tav>
                                      </p:tavLst>
                                    </p:anim>
                                    <p:anim calcmode="lin" valueType="num">
                                      <p:cBhvr additive="repl">
                                        <p:cTn id="300" dur="500" fill="hold"/>
                                        <p:tgtEl>
                                          <p:spTgt spid="773"/>
                                        </p:tgtEl>
                                        <p:attrNameLst>
                                          <p:attrName>ppt_w</p:attrName>
                                        </p:attrNameLst>
                                      </p:cBhvr>
                                      <p:tavLst>
                                        <p:tav tm="0">
                                          <p:val>
                                            <p:fltVal val="0"/>
                                          </p:val>
                                        </p:tav>
                                        <p:tav tm="100000">
                                          <p:val>
                                            <p:strVal val="#ppt_w"/>
                                          </p:val>
                                        </p:tav>
                                      </p:tavLst>
                                    </p:anim>
                                    <p:anim calcmode="lin" valueType="num">
                                      <p:cBhvr additive="repl">
                                        <p:cTn id="301" dur="500" fill="hold"/>
                                        <p:tgtEl>
                                          <p:spTgt spid="773"/>
                                        </p:tgtEl>
                                        <p:attrNameLst>
                                          <p:attrName>ppt_h</p:attrName>
                                        </p:attrNameLst>
                                      </p:cBhvr>
                                      <p:tavLst>
                                        <p:tav tm="0">
                                          <p:val>
                                            <p:strVal val="#ppt_h"/>
                                          </p:val>
                                        </p:tav>
                                        <p:tav tm="100000">
                                          <p:val>
                                            <p:strVal val="#ppt_h"/>
                                          </p:val>
                                        </p:tav>
                                      </p:tavLst>
                                    </p:anim>
                                  </p:childTnLst>
                                </p:cTn>
                              </p:par>
                            </p:childTnLst>
                          </p:cTn>
                        </p:par>
                        <p:par>
                          <p:cTn id="302" nodeType="afterEffect" fill="hold">
                            <p:stCondLst>
                              <p:cond delay="4500"/>
                            </p:stCondLst>
                            <p:childTnLst>
                              <p:par>
                                <p:cTn id="303" nodeType="afterEffect" fill="hold" presetClass="entr" presetID="17" presetSubtype="2">
                                  <p:stCondLst>
                                    <p:cond delay="1000"/>
                                  </p:stCondLst>
                                  <p:childTnLst>
                                    <p:set>
                                      <p:cBhvr>
                                        <p:cTn id="304" dur="1" fill="hold">
                                          <p:stCondLst>
                                            <p:cond delay="0"/>
                                          </p:stCondLst>
                                        </p:cTn>
                                        <p:tgtEl>
                                          <p:spTgt spid="779"/>
                                        </p:tgtEl>
                                        <p:attrNameLst>
                                          <p:attrName>style.visibility</p:attrName>
                                        </p:attrNameLst>
                                      </p:cBhvr>
                                      <p:to>
                                        <p:strVal val="visible"/>
                                      </p:to>
                                    </p:set>
                                    <p:anim calcmode="lin" valueType="num">
                                      <p:cBhvr additive="repl">
                                        <p:cTn id="305" dur="500" fill="hold"/>
                                        <p:tgtEl>
                                          <p:spTgt spid="779"/>
                                        </p:tgtEl>
                                        <p:attrNameLst>
                                          <p:attrName>ppt_x</p:attrName>
                                        </p:attrNameLst>
                                      </p:cBhvr>
                                      <p:tavLst>
                                        <p:tav tm="0">
                                          <p:val>
                                            <p:strVal val="#ppt_x+#ppt_w/2"/>
                                          </p:val>
                                        </p:tav>
                                        <p:tav tm="100000">
                                          <p:val>
                                            <p:strVal val="#ppt_x"/>
                                          </p:val>
                                        </p:tav>
                                      </p:tavLst>
                                    </p:anim>
                                    <p:anim calcmode="lin" valueType="num">
                                      <p:cBhvr additive="repl">
                                        <p:cTn id="306" dur="500" fill="hold"/>
                                        <p:tgtEl>
                                          <p:spTgt spid="779"/>
                                        </p:tgtEl>
                                        <p:attrNameLst>
                                          <p:attrName>ppt_y</p:attrName>
                                        </p:attrNameLst>
                                      </p:cBhvr>
                                      <p:tavLst>
                                        <p:tav tm="0">
                                          <p:val>
                                            <p:strVal val="#ppt_y"/>
                                          </p:val>
                                        </p:tav>
                                        <p:tav tm="100000">
                                          <p:val>
                                            <p:strVal val="#ppt_y"/>
                                          </p:val>
                                        </p:tav>
                                      </p:tavLst>
                                    </p:anim>
                                    <p:anim calcmode="lin" valueType="num">
                                      <p:cBhvr additive="repl">
                                        <p:cTn id="307" dur="500" fill="hold"/>
                                        <p:tgtEl>
                                          <p:spTgt spid="779"/>
                                        </p:tgtEl>
                                        <p:attrNameLst>
                                          <p:attrName>ppt_w</p:attrName>
                                        </p:attrNameLst>
                                      </p:cBhvr>
                                      <p:tavLst>
                                        <p:tav tm="0">
                                          <p:val>
                                            <p:fltVal val="0"/>
                                          </p:val>
                                        </p:tav>
                                        <p:tav tm="100000">
                                          <p:val>
                                            <p:strVal val="#ppt_w"/>
                                          </p:val>
                                        </p:tav>
                                      </p:tavLst>
                                    </p:anim>
                                    <p:anim calcmode="lin" valueType="num">
                                      <p:cBhvr additive="repl">
                                        <p:cTn id="308" dur="500" fill="hold"/>
                                        <p:tgtEl>
                                          <p:spTgt spid="779"/>
                                        </p:tgtEl>
                                        <p:attrNameLst>
                                          <p:attrName>ppt_h</p:attrName>
                                        </p:attrNameLst>
                                      </p:cBhvr>
                                      <p:tavLst>
                                        <p:tav tm="0">
                                          <p:val>
                                            <p:strVal val="#ppt_h"/>
                                          </p:val>
                                        </p:tav>
                                        <p:tav tm="100000">
                                          <p:val>
                                            <p:strVal val="#ppt_h"/>
                                          </p:val>
                                        </p:tav>
                                      </p:tavLst>
                                    </p:anim>
                                  </p:childTnLst>
                                </p:cTn>
                              </p:par>
                            </p:childTnLst>
                          </p:cTn>
                        </p:par>
                        <p:par>
                          <p:cTn id="309" nodeType="afterEffect" fill="hold">
                            <p:stCondLst>
                              <p:cond delay="6000"/>
                            </p:stCondLst>
                            <p:childTnLst>
                              <p:par>
                                <p:cTn id="310" nodeType="afterEffect" fill="hold" presetClass="entr" presetID="1">
                                  <p:stCondLst>
                                    <p:cond delay="1000"/>
                                  </p:stCondLst>
                                  <p:childTnLst>
                                    <p:set>
                                      <p:cBhvr>
                                        <p:cTn id="311" dur="1" fill="hold">
                                          <p:stCondLst>
                                            <p:cond delay="499"/>
                                          </p:stCondLst>
                                        </p:cTn>
                                        <p:tgtEl>
                                          <p:spTgt spid="7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4" name="PlaceHolder 1"/>
          <p:cNvSpPr>
            <a:spLocks noGrp="1"/>
          </p:cNvSpPr>
          <p:nvPr>
            <p:ph type="title"/>
          </p:nvPr>
        </p:nvSpPr>
        <p:spPr>
          <a:xfrm>
            <a:off x="2239920" y="228600"/>
            <a:ext cx="7772040" cy="5733720"/>
          </a:xfrm>
          <a:prstGeom prst="rect">
            <a:avLst/>
          </a:prstGeom>
          <a:noFill/>
          <a:ln w="0">
            <a:noFill/>
          </a:ln>
        </p:spPr>
        <p:txBody>
          <a:bodyPr anchor="t">
            <a:noAutofit/>
          </a:bodyPr>
          <a:p>
            <a:endParaRPr b="0" lang="ru-RU" sz="1800" spc="-1" strike="noStrike">
              <a:solidFill>
                <a:srgbClr val="352379"/>
              </a:solidFill>
              <a:latin typeface="Montserrat"/>
            </a:endParaRPr>
          </a:p>
        </p:txBody>
      </p:sp>
      <p:sp>
        <p:nvSpPr>
          <p:cNvPr id="835" name="Text Box 3"/>
          <p:cNvSpPr/>
          <p:nvPr/>
        </p:nvSpPr>
        <p:spPr>
          <a:xfrm>
            <a:off x="1103400" y="1271160"/>
            <a:ext cx="10040040" cy="30142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1" lang="ru-RU" sz="4800" spc="-1" strike="noStrike">
                <a:solidFill>
                  <a:srgbClr val="352379"/>
                </a:solidFill>
                <a:latin typeface="Montserrat"/>
                <a:ea typeface="Arial"/>
              </a:rPr>
              <a:t>Физически второй закон</a:t>
            </a:r>
            <a:endParaRPr b="0" lang="ru-RU" sz="4800" spc="-1" strike="noStrike">
              <a:latin typeface="Arial"/>
            </a:endParaRPr>
          </a:p>
          <a:p>
            <a:pPr algn="just">
              <a:lnSpc>
                <a:spcPct val="100000"/>
              </a:lnSpc>
              <a:buNone/>
            </a:pPr>
            <a:r>
              <a:rPr b="1" lang="ru-RU" sz="4800" spc="-1" strike="noStrike">
                <a:solidFill>
                  <a:srgbClr val="352379"/>
                </a:solidFill>
                <a:latin typeface="Montserrat"/>
                <a:ea typeface="Arial"/>
              </a:rPr>
              <a:t>Кирхгофа характеризует равновесие напряжений в любом контуре цепи</a:t>
            </a:r>
            <a:endParaRPr b="0" lang="ru-RU" sz="4800" spc="-1" strike="noStrike">
              <a:latin typeface="Arial"/>
            </a:endParaRPr>
          </a:p>
        </p:txBody>
      </p:sp>
      <p:sp>
        <p:nvSpPr>
          <p:cNvPr id="836" name="Прямоугольник 1"/>
          <p:cNvSpPr/>
          <p:nvPr/>
        </p:nvSpPr>
        <p:spPr>
          <a:xfrm>
            <a:off x="766440" y="43920"/>
            <a:ext cx="1810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1800" spc="-1" strike="noStrike">
                <a:solidFill>
                  <a:srgbClr val="ffffff"/>
                </a:solidFill>
                <a:latin typeface="Montserrat"/>
                <a:ea typeface="Arial"/>
              </a:rPr>
              <a:t>Кафедра ТЭЦ</a:t>
            </a:r>
            <a:endParaRPr b="0" lang="ru-RU" sz="1800" spc="-1" strike="noStrike">
              <a:latin typeface="Arial"/>
            </a:endParaRPr>
          </a:p>
        </p:txBody>
      </p:sp>
      <p:sp>
        <p:nvSpPr>
          <p:cNvPr id="3" name="PlaceHolder 2"/>
          <p:cNvSpPr>
            <a:spLocks noGrp="1"/>
          </p:cNvSpPr>
          <p:nvPr>
            <p:ph type="sldNum" idx="6"/>
          </p:nvPr>
        </p:nvSpPr>
        <p:spPr/>
        <p:txBody>
          <a:bodyPr/>
          <a:p>
            <a:fld id="{1775AD74-14E5-4D85-8465-467642D3E3DF}" type="slidenum">
              <a:t>37</a:t>
            </a:fld>
          </a:p>
        </p:txBody>
      </p:sp>
    </p:spTree>
  </p:cSld>
  <mc:AlternateContent>
    <mc:Choice Requires="p14">
      <p:transition spd="slow" p14:dur="2000"/>
    </mc:Choice>
    <mc:Fallback>
      <p:transition spd="slow"/>
    </mc:Fallback>
  </mc:AlternateContent>
  <p:timing>
    <p:tnLst>
      <p:par>
        <p:cTn id="312" dur="indefinite" restart="never" nodeType="tmRoot">
          <p:childTnLst>
            <p:seq>
              <p:cTn id="313" dur="indefinite" nodeType="mainSeq">
                <p:childTnLst>
                  <p:par>
                    <p:cTn id="314" nodeType="clickEffect" fill="hold">
                      <p:stCondLst>
                        <p:cond delay="0"/>
                      </p:stCondLst>
                      <p:childTnLst>
                        <p:par>
                          <p:cTn id="315" nodeType="withEffect" fill="hold">
                            <p:stCondLst>
                              <p:cond delay="0"/>
                            </p:stCondLst>
                            <p:childTnLst>
                              <p:par>
                                <p:cTn id="316" nodeType="afterEffect" fill="hold" presetClass="entr" presetID="22" presetSubtype="1">
                                  <p:stCondLst>
                                    <p:cond delay="0"/>
                                  </p:stCondLst>
                                  <p:childTnLst>
                                    <p:set>
                                      <p:cBhvr>
                                        <p:cTn id="317" dur="1" fill="hold">
                                          <p:stCondLst>
                                            <p:cond delay="0"/>
                                          </p:stCondLst>
                                        </p:cTn>
                                        <p:tgtEl>
                                          <p:spTgt spid="834"/>
                                        </p:tgtEl>
                                        <p:attrNameLst>
                                          <p:attrName>style.visibility</p:attrName>
                                        </p:attrNameLst>
                                      </p:cBhvr>
                                      <p:to>
                                        <p:strVal val="visible"/>
                                      </p:to>
                                    </p:set>
                                    <p:animEffect filter="wipe(up)" transition="in">
                                      <p:cBhvr additive="repl">
                                        <p:cTn id="318" dur="500"/>
                                        <p:tgtEl>
                                          <p:spTgt spid="8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7" name="PlaceHolder 1"/>
          <p:cNvSpPr>
            <a:spLocks noGrp="1"/>
          </p:cNvSpPr>
          <p:nvPr>
            <p:ph type="title"/>
          </p:nvPr>
        </p:nvSpPr>
        <p:spPr>
          <a:xfrm>
            <a:off x="2239920" y="228600"/>
            <a:ext cx="7772040" cy="5733720"/>
          </a:xfrm>
          <a:prstGeom prst="rect">
            <a:avLst/>
          </a:prstGeom>
          <a:noFill/>
          <a:ln w="0">
            <a:noFill/>
          </a:ln>
        </p:spPr>
        <p:txBody>
          <a:bodyPr anchor="t">
            <a:noAutofit/>
          </a:bodyPr>
          <a:p>
            <a:endParaRPr b="0" lang="ru-RU" sz="1800" spc="-1" strike="noStrike">
              <a:solidFill>
                <a:srgbClr val="352379"/>
              </a:solidFill>
              <a:latin typeface="Montserrat"/>
            </a:endParaRPr>
          </a:p>
        </p:txBody>
      </p:sp>
      <p:sp>
        <p:nvSpPr>
          <p:cNvPr id="838" name="Text Box 3"/>
          <p:cNvSpPr/>
          <p:nvPr/>
        </p:nvSpPr>
        <p:spPr>
          <a:xfrm>
            <a:off x="1077120" y="1825560"/>
            <a:ext cx="9671040" cy="3746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ru-RU" sz="4000" spc="-1" strike="noStrike">
                <a:solidFill>
                  <a:srgbClr val="352379"/>
                </a:solidFill>
                <a:latin typeface="Montserrat"/>
                <a:ea typeface="Arial"/>
              </a:rPr>
              <a:t>Решение системы уравнений,</a:t>
            </a:r>
            <a:endParaRPr b="0" lang="ru-RU" sz="4000" spc="-1" strike="noStrike">
              <a:latin typeface="Arial"/>
            </a:endParaRPr>
          </a:p>
          <a:p>
            <a:pPr>
              <a:lnSpc>
                <a:spcPct val="100000"/>
              </a:lnSpc>
              <a:buNone/>
            </a:pPr>
            <a:r>
              <a:rPr b="1" lang="ru-RU" sz="4000" spc="-1" strike="noStrike">
                <a:solidFill>
                  <a:srgbClr val="352379"/>
                </a:solidFill>
                <a:latin typeface="Montserrat"/>
                <a:ea typeface="Arial"/>
              </a:rPr>
              <a:t>составленных по законам </a:t>
            </a:r>
            <a:endParaRPr b="0" lang="ru-RU" sz="4000" spc="-1" strike="noStrike">
              <a:latin typeface="Arial"/>
            </a:endParaRPr>
          </a:p>
          <a:p>
            <a:pPr>
              <a:lnSpc>
                <a:spcPct val="100000"/>
              </a:lnSpc>
              <a:buNone/>
            </a:pPr>
            <a:r>
              <a:rPr b="1" lang="ru-RU" sz="4000" spc="-1" strike="noStrike">
                <a:solidFill>
                  <a:srgbClr val="352379"/>
                </a:solidFill>
                <a:latin typeface="Montserrat"/>
                <a:ea typeface="Arial"/>
              </a:rPr>
              <a:t>Кирхгофа, позволяет</a:t>
            </a:r>
            <a:endParaRPr b="0" lang="ru-RU" sz="4000" spc="-1" strike="noStrike">
              <a:latin typeface="Arial"/>
            </a:endParaRPr>
          </a:p>
          <a:p>
            <a:pPr>
              <a:lnSpc>
                <a:spcPct val="100000"/>
              </a:lnSpc>
              <a:buNone/>
            </a:pPr>
            <a:r>
              <a:rPr b="1" lang="ru-RU" sz="4000" spc="-1" strike="noStrike">
                <a:solidFill>
                  <a:srgbClr val="352379"/>
                </a:solidFill>
                <a:latin typeface="Montserrat"/>
                <a:ea typeface="Arial"/>
              </a:rPr>
              <a:t>определить все токи и</a:t>
            </a:r>
            <a:endParaRPr b="0" lang="ru-RU" sz="4000" spc="-1" strike="noStrike">
              <a:latin typeface="Arial"/>
            </a:endParaRPr>
          </a:p>
          <a:p>
            <a:pPr>
              <a:lnSpc>
                <a:spcPct val="100000"/>
              </a:lnSpc>
              <a:buNone/>
            </a:pPr>
            <a:r>
              <a:rPr b="1" lang="ru-RU" sz="4000" spc="-1" strike="noStrike">
                <a:solidFill>
                  <a:srgbClr val="352379"/>
                </a:solidFill>
                <a:latin typeface="Montserrat"/>
                <a:ea typeface="Arial"/>
              </a:rPr>
              <a:t>напряжения в рассматриваемой</a:t>
            </a:r>
            <a:endParaRPr b="0" lang="ru-RU" sz="4000" spc="-1" strike="noStrike">
              <a:latin typeface="Arial"/>
            </a:endParaRPr>
          </a:p>
          <a:p>
            <a:pPr>
              <a:lnSpc>
                <a:spcPct val="100000"/>
              </a:lnSpc>
              <a:buNone/>
            </a:pPr>
            <a:r>
              <a:rPr b="1" lang="ru-RU" sz="4000" spc="-1" strike="noStrike">
                <a:solidFill>
                  <a:srgbClr val="352379"/>
                </a:solidFill>
                <a:latin typeface="Montserrat"/>
                <a:ea typeface="Arial"/>
              </a:rPr>
              <a:t>цепи</a:t>
            </a:r>
            <a:endParaRPr b="0" lang="ru-RU" sz="4000" spc="-1" strike="noStrike">
              <a:latin typeface="Arial"/>
            </a:endParaRPr>
          </a:p>
        </p:txBody>
      </p:sp>
      <p:sp>
        <p:nvSpPr>
          <p:cNvPr id="839" name="Прямоугольник 1"/>
          <p:cNvSpPr/>
          <p:nvPr/>
        </p:nvSpPr>
        <p:spPr>
          <a:xfrm>
            <a:off x="312120" y="111600"/>
            <a:ext cx="1810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1800" spc="-1" strike="noStrike">
                <a:solidFill>
                  <a:srgbClr val="ffffff"/>
                </a:solidFill>
                <a:latin typeface="Montserrat"/>
                <a:ea typeface="Arial"/>
              </a:rPr>
              <a:t>Кафедра ТЭЦ</a:t>
            </a:r>
            <a:endParaRPr b="0" lang="ru-RU" sz="1800" spc="-1" strike="noStrike">
              <a:latin typeface="Arial"/>
            </a:endParaRPr>
          </a:p>
        </p:txBody>
      </p:sp>
      <p:sp>
        <p:nvSpPr>
          <p:cNvPr id="3" name="PlaceHolder 2"/>
          <p:cNvSpPr>
            <a:spLocks noGrp="1"/>
          </p:cNvSpPr>
          <p:nvPr>
            <p:ph type="sldNum" idx="6"/>
          </p:nvPr>
        </p:nvSpPr>
        <p:spPr/>
        <p:txBody>
          <a:bodyPr/>
          <a:p>
            <a:fld id="{BCF6B194-6D90-428B-AC8D-45748F4F8367}" type="slidenum">
              <a:t>38</a:t>
            </a:fld>
          </a:p>
        </p:txBody>
      </p:sp>
    </p:spTree>
  </p:cSld>
  <mc:AlternateContent>
    <mc:Choice Requires="p14">
      <p:transition spd="slow" p14:dur="2000"/>
    </mc:Choice>
    <mc:Fallback>
      <p:transition spd="slow"/>
    </mc:Fallback>
  </mc:AlternateContent>
  <p:timing>
    <p:tnLst>
      <p:par>
        <p:cTn id="319" dur="indefinite" restart="never" nodeType="tmRoot">
          <p:childTnLst>
            <p:seq>
              <p:cTn id="320" dur="indefinite" nodeType="mainSeq">
                <p:childTnLst>
                  <p:par>
                    <p:cTn id="321" nodeType="clickEffect" fill="hold">
                      <p:stCondLst>
                        <p:cond delay="0"/>
                      </p:stCondLst>
                      <p:childTnLst>
                        <p:par>
                          <p:cTn id="322" nodeType="withEffect" fill="hold">
                            <p:stCondLst>
                              <p:cond delay="0"/>
                            </p:stCondLst>
                            <p:childTnLst>
                              <p:par>
                                <p:cTn id="323" nodeType="afterEffect" fill="hold" presetClass="entr" presetID="22" presetSubtype="1">
                                  <p:stCondLst>
                                    <p:cond delay="0"/>
                                  </p:stCondLst>
                                  <p:childTnLst>
                                    <p:set>
                                      <p:cBhvr>
                                        <p:cTn id="324" dur="1" fill="hold">
                                          <p:stCondLst>
                                            <p:cond delay="0"/>
                                          </p:stCondLst>
                                        </p:cTn>
                                        <p:tgtEl>
                                          <p:spTgt spid="837"/>
                                        </p:tgtEl>
                                        <p:attrNameLst>
                                          <p:attrName>style.visibility</p:attrName>
                                        </p:attrNameLst>
                                      </p:cBhvr>
                                      <p:to>
                                        <p:strVal val="visible"/>
                                      </p:to>
                                    </p:set>
                                    <p:animEffect filter="wipe(up)" transition="in">
                                      <p:cBhvr additive="repl">
                                        <p:cTn id="325" dur="500"/>
                                        <p:tgtEl>
                                          <p:spTgt spid="8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0" name="WordArt 2"/>
          <p:cNvSpPr txBox="1"/>
          <p:nvPr/>
        </p:nvSpPr>
        <p:spPr>
          <a:xfrm>
            <a:off x="2681280" y="1824120"/>
            <a:ext cx="6668640" cy="3009600"/>
          </a:xfrm>
          <a:prstGeom prst="rect">
            <a:avLst/>
          </a:prstGeom>
        </p:spPr>
        <p:txBody>
          <a:bodyPr wrap="none" lIns="90000" rIns="90000" tIns="45000" bIns="45000" anchor="t">
            <a:prstTxWarp prst="textPlain">
              <a:avLst>
                <a:gd name="adj" fmla="val 50000"/>
              </a:avLst>
            </a:prstTxWarp>
            <a:noAutofit/>
          </a:bodyPr>
          <a:p>
            <a:pPr>
              <a:lnSpc>
                <a:spcPct val="100000"/>
              </a:lnSpc>
              <a:buNone/>
            </a:pPr>
            <a:r>
              <a:rPr b="1" lang="ru-RU" sz="4800" spc="-1" strike="noStrike">
                <a:ln w="0">
                  <a:noFill/>
                </a:ln>
                <a:solidFill>
                  <a:srgbClr val="000000"/>
                </a:solidFill>
                <a:latin typeface="Bookman Old Style"/>
                <a:ea typeface="Arial"/>
              </a:rPr>
              <a:t>Потенциальная</a:t>
            </a:r>
            <a:endParaRPr b="0" lang="ru-RU" sz="4800" spc="-1" strike="noStrike">
              <a:ln w="0">
                <a:noFill/>
              </a:ln>
              <a:solidFill>
                <a:srgbClr val="000000"/>
              </a:solidFill>
              <a:latin typeface="Arial"/>
            </a:endParaRPr>
          </a:p>
          <a:p>
            <a:pPr>
              <a:lnSpc>
                <a:spcPct val="100000"/>
              </a:lnSpc>
              <a:buNone/>
            </a:pPr>
            <a:r>
              <a:rPr b="1" lang="ru-RU" sz="4800" spc="-1" strike="noStrike">
                <a:ln w="0">
                  <a:noFill/>
                </a:ln>
                <a:solidFill>
                  <a:srgbClr val="000000"/>
                </a:solidFill>
                <a:latin typeface="Bookman Old Style"/>
                <a:ea typeface="Arial"/>
              </a:rPr>
              <a:t>диаграмма</a:t>
            </a:r>
            <a:endParaRPr b="0" lang="ru-RU" sz="4800" spc="-1" strike="noStrike">
              <a:ln w="0">
                <a:noFill/>
              </a:ln>
              <a:solidFill>
                <a:srgbClr val="000000"/>
              </a:solidFill>
              <a:latin typeface="Arial"/>
            </a:endParaRPr>
          </a:p>
        </p:txBody>
      </p:sp>
      <p:sp>
        <p:nvSpPr>
          <p:cNvPr id="841" name="Прямоугольник 1"/>
          <p:cNvSpPr/>
          <p:nvPr/>
        </p:nvSpPr>
        <p:spPr>
          <a:xfrm>
            <a:off x="577440" y="88200"/>
            <a:ext cx="1810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1800" spc="-1" strike="noStrike">
                <a:solidFill>
                  <a:srgbClr val="ffffff"/>
                </a:solidFill>
                <a:latin typeface="Montserrat"/>
                <a:ea typeface="Arial"/>
              </a:rPr>
              <a:t>Кафедра ТЭЦ</a:t>
            </a:r>
            <a:endParaRPr b="0" lang="ru-RU" sz="1800" spc="-1" strike="noStrike">
              <a:latin typeface="Arial"/>
            </a:endParaRPr>
          </a:p>
        </p:txBody>
      </p:sp>
      <p:sp>
        <p:nvSpPr>
          <p:cNvPr id="2" name="PlaceHolder 1"/>
          <p:cNvSpPr>
            <a:spLocks noGrp="1"/>
          </p:cNvSpPr>
          <p:nvPr>
            <p:ph type="sldNum" idx="6"/>
          </p:nvPr>
        </p:nvSpPr>
        <p:spPr/>
        <p:txBody>
          <a:bodyPr/>
          <a:p>
            <a:fld id="{2FCE8BCB-D25B-4E72-8EFB-8ED0EA2235DE}" type="slidenum">
              <a:t>39</a:t>
            </a:fld>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2" name="PlaceHolder 1"/>
          <p:cNvSpPr>
            <a:spLocks noGrp="1"/>
          </p:cNvSpPr>
          <p:nvPr>
            <p:ph type="title"/>
          </p:nvPr>
        </p:nvSpPr>
        <p:spPr>
          <a:xfrm>
            <a:off x="2239920" y="228600"/>
            <a:ext cx="7772040" cy="5733720"/>
          </a:xfrm>
          <a:prstGeom prst="rect">
            <a:avLst/>
          </a:prstGeom>
          <a:noFill/>
          <a:ln w="0">
            <a:noFill/>
          </a:ln>
        </p:spPr>
        <p:txBody>
          <a:bodyPr anchor="t">
            <a:noAutofit/>
          </a:bodyPr>
          <a:p>
            <a:endParaRPr b="0" lang="ru-RU" sz="1800" spc="-1" strike="noStrike">
              <a:solidFill>
                <a:srgbClr val="352379"/>
              </a:solidFill>
              <a:latin typeface="Montserrat"/>
            </a:endParaRPr>
          </a:p>
        </p:txBody>
      </p:sp>
      <p:sp>
        <p:nvSpPr>
          <p:cNvPr id="843" name="Text Box 3"/>
          <p:cNvSpPr/>
          <p:nvPr/>
        </p:nvSpPr>
        <p:spPr>
          <a:xfrm>
            <a:off x="885240" y="1825560"/>
            <a:ext cx="10062720" cy="43560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ru-RU" sz="4000" spc="-1" strike="noStrike">
                <a:solidFill>
                  <a:srgbClr val="352379"/>
                </a:solidFill>
                <a:latin typeface="Montserrat"/>
                <a:ea typeface="Arial"/>
              </a:rPr>
              <a:t>Потенциальная диаграмма -</a:t>
            </a:r>
            <a:endParaRPr b="0" lang="ru-RU" sz="4000" spc="-1" strike="noStrike">
              <a:latin typeface="Arial"/>
            </a:endParaRPr>
          </a:p>
          <a:p>
            <a:pPr>
              <a:lnSpc>
                <a:spcPct val="100000"/>
              </a:lnSpc>
              <a:buNone/>
            </a:pPr>
            <a:r>
              <a:rPr b="1" lang="ru-RU" sz="4000" spc="-1" strike="noStrike">
                <a:solidFill>
                  <a:srgbClr val="352379"/>
                </a:solidFill>
                <a:latin typeface="Montserrat"/>
                <a:ea typeface="Arial"/>
              </a:rPr>
              <a:t>это графическое изображение</a:t>
            </a:r>
            <a:endParaRPr b="0" lang="ru-RU" sz="4000" spc="-1" strike="noStrike">
              <a:latin typeface="Arial"/>
            </a:endParaRPr>
          </a:p>
          <a:p>
            <a:pPr>
              <a:lnSpc>
                <a:spcPct val="100000"/>
              </a:lnSpc>
              <a:buNone/>
            </a:pPr>
            <a:r>
              <a:rPr b="1" lang="ru-RU" sz="4000" spc="-1" strike="noStrike">
                <a:solidFill>
                  <a:srgbClr val="352379"/>
                </a:solidFill>
                <a:latin typeface="Montserrat"/>
                <a:ea typeface="Arial"/>
              </a:rPr>
              <a:t>второго закона Кирхгофа,</a:t>
            </a:r>
            <a:endParaRPr b="0" lang="ru-RU" sz="4000" spc="-1" strike="noStrike">
              <a:latin typeface="Arial"/>
            </a:endParaRPr>
          </a:p>
          <a:p>
            <a:pPr>
              <a:lnSpc>
                <a:spcPct val="100000"/>
              </a:lnSpc>
              <a:buNone/>
            </a:pPr>
            <a:r>
              <a:rPr b="1" lang="ru-RU" sz="4000" spc="-1" strike="noStrike">
                <a:solidFill>
                  <a:srgbClr val="352379"/>
                </a:solidFill>
                <a:latin typeface="Montserrat"/>
                <a:ea typeface="Arial"/>
              </a:rPr>
              <a:t>которая применяется для</a:t>
            </a:r>
            <a:endParaRPr b="0" lang="ru-RU" sz="4000" spc="-1" strike="noStrike">
              <a:latin typeface="Arial"/>
            </a:endParaRPr>
          </a:p>
          <a:p>
            <a:pPr>
              <a:lnSpc>
                <a:spcPct val="100000"/>
              </a:lnSpc>
              <a:buNone/>
            </a:pPr>
            <a:r>
              <a:rPr b="1" lang="ru-RU" sz="4000" spc="-1" strike="noStrike">
                <a:solidFill>
                  <a:srgbClr val="352379"/>
                </a:solidFill>
                <a:latin typeface="Montserrat"/>
                <a:ea typeface="Arial"/>
              </a:rPr>
              <a:t>проверки правильности расчетов</a:t>
            </a:r>
            <a:endParaRPr b="0" lang="ru-RU" sz="4000" spc="-1" strike="noStrike">
              <a:latin typeface="Arial"/>
            </a:endParaRPr>
          </a:p>
          <a:p>
            <a:pPr>
              <a:lnSpc>
                <a:spcPct val="100000"/>
              </a:lnSpc>
              <a:buNone/>
            </a:pPr>
            <a:r>
              <a:rPr b="1" lang="ru-RU" sz="4000" spc="-1" strike="noStrike">
                <a:solidFill>
                  <a:srgbClr val="352379"/>
                </a:solidFill>
                <a:latin typeface="Montserrat"/>
                <a:ea typeface="Arial"/>
              </a:rPr>
              <a:t>в линейных резистивных цепях  </a:t>
            </a:r>
            <a:endParaRPr b="0" lang="ru-RU" sz="4000" spc="-1" strike="noStrike">
              <a:latin typeface="Arial"/>
            </a:endParaRPr>
          </a:p>
          <a:p>
            <a:pPr>
              <a:lnSpc>
                <a:spcPct val="100000"/>
              </a:lnSpc>
              <a:buNone/>
            </a:pPr>
            <a:endParaRPr b="0" lang="ru-RU" sz="4000" spc="-1" strike="noStrike">
              <a:latin typeface="Arial"/>
            </a:endParaRPr>
          </a:p>
        </p:txBody>
      </p:sp>
      <p:sp>
        <p:nvSpPr>
          <p:cNvPr id="3" name="PlaceHolder 2"/>
          <p:cNvSpPr>
            <a:spLocks noGrp="1"/>
          </p:cNvSpPr>
          <p:nvPr>
            <p:ph type="sldNum" idx="6"/>
          </p:nvPr>
        </p:nvSpPr>
        <p:spPr/>
        <p:txBody>
          <a:bodyPr/>
          <a:p>
            <a:fld id="{63688C54-887C-484B-83FE-48AE757F1881}" type="slidenum">
              <a:t>40</a:t>
            </a:fld>
          </a:p>
        </p:txBody>
      </p:sp>
    </p:spTree>
  </p:cSld>
  <mc:AlternateContent>
    <mc:Choice Requires="p14">
      <p:transition spd="slow" p14:dur="2000"/>
    </mc:Choice>
    <mc:Fallback>
      <p:transition spd="slow"/>
    </mc:Fallback>
  </mc:AlternateContent>
  <p:timing>
    <p:tnLst>
      <p:par>
        <p:cTn id="326" dur="indefinite" restart="never" nodeType="tmRoot">
          <p:childTnLst>
            <p:seq>
              <p:cTn id="327" dur="indefinite" nodeType="mainSeq">
                <p:childTnLst>
                  <p:par>
                    <p:cTn id="328" nodeType="clickEffect" fill="hold">
                      <p:stCondLst>
                        <p:cond delay="0"/>
                      </p:stCondLst>
                      <p:childTnLst>
                        <p:par>
                          <p:cTn id="329" nodeType="withEffect" fill="hold">
                            <p:stCondLst>
                              <p:cond delay="0"/>
                            </p:stCondLst>
                            <p:childTnLst>
                              <p:par>
                                <p:cTn id="330" nodeType="afterEffect" fill="hold" presetClass="entr" presetID="22" presetSubtype="1">
                                  <p:stCondLst>
                                    <p:cond delay="0"/>
                                  </p:stCondLst>
                                  <p:childTnLst>
                                    <p:set>
                                      <p:cBhvr>
                                        <p:cTn id="331" dur="1" fill="hold">
                                          <p:stCondLst>
                                            <p:cond delay="0"/>
                                          </p:stCondLst>
                                        </p:cTn>
                                        <p:tgtEl>
                                          <p:spTgt spid="842"/>
                                        </p:tgtEl>
                                        <p:attrNameLst>
                                          <p:attrName>style.visibility</p:attrName>
                                        </p:attrNameLst>
                                      </p:cBhvr>
                                      <p:to>
                                        <p:strVal val="visible"/>
                                      </p:to>
                                    </p:set>
                                    <p:animEffect filter="wipe(up)" transition="in">
                                      <p:cBhvr additive="repl">
                                        <p:cTn id="332" dur="500"/>
                                        <p:tgtEl>
                                          <p:spTgt spid="8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4" name="PlaceHolder 1"/>
          <p:cNvSpPr>
            <a:spLocks noGrp="1"/>
          </p:cNvSpPr>
          <p:nvPr>
            <p:ph type="title"/>
          </p:nvPr>
        </p:nvSpPr>
        <p:spPr>
          <a:xfrm>
            <a:off x="2239920" y="228600"/>
            <a:ext cx="7772040" cy="5733720"/>
          </a:xfrm>
          <a:prstGeom prst="rect">
            <a:avLst/>
          </a:prstGeom>
          <a:noFill/>
          <a:ln w="0">
            <a:noFill/>
          </a:ln>
        </p:spPr>
        <p:txBody>
          <a:bodyPr anchor="t">
            <a:noAutofit/>
          </a:bodyPr>
          <a:p>
            <a:endParaRPr b="0" lang="ru-RU" sz="1800" spc="-1" strike="noStrike">
              <a:solidFill>
                <a:srgbClr val="352379"/>
              </a:solidFill>
              <a:latin typeface="Montserrat"/>
            </a:endParaRPr>
          </a:p>
        </p:txBody>
      </p:sp>
      <p:sp>
        <p:nvSpPr>
          <p:cNvPr id="845" name="Text Box 1027"/>
          <p:cNvSpPr/>
          <p:nvPr/>
        </p:nvSpPr>
        <p:spPr>
          <a:xfrm>
            <a:off x="1696320" y="1825560"/>
            <a:ext cx="8439840" cy="43560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ru-RU" sz="4000" spc="-1" strike="noStrike">
                <a:solidFill>
                  <a:srgbClr val="352379"/>
                </a:solidFill>
                <a:latin typeface="Montserrat"/>
                <a:ea typeface="Arial"/>
              </a:rPr>
              <a:t>Потенциальная диаграмма </a:t>
            </a:r>
            <a:endParaRPr b="0" lang="ru-RU" sz="4000" spc="-1" strike="noStrike">
              <a:latin typeface="Arial"/>
            </a:endParaRPr>
          </a:p>
          <a:p>
            <a:pPr>
              <a:lnSpc>
                <a:spcPct val="100000"/>
              </a:lnSpc>
              <a:buNone/>
            </a:pPr>
            <a:r>
              <a:rPr b="1" lang="ru-RU" sz="4000" spc="-1" strike="noStrike">
                <a:solidFill>
                  <a:srgbClr val="352379"/>
                </a:solidFill>
                <a:latin typeface="Montserrat"/>
                <a:ea typeface="Arial"/>
              </a:rPr>
              <a:t>строится для контура без</a:t>
            </a:r>
            <a:endParaRPr b="0" lang="ru-RU" sz="4000" spc="-1" strike="noStrike">
              <a:latin typeface="Arial"/>
            </a:endParaRPr>
          </a:p>
          <a:p>
            <a:pPr>
              <a:lnSpc>
                <a:spcPct val="100000"/>
              </a:lnSpc>
              <a:buNone/>
            </a:pPr>
            <a:r>
              <a:rPr b="1" lang="ru-RU" sz="4000" spc="-1" strike="noStrike">
                <a:solidFill>
                  <a:srgbClr val="352379"/>
                </a:solidFill>
                <a:latin typeface="Montserrat"/>
                <a:ea typeface="Arial"/>
              </a:rPr>
              <a:t>источников тока, причем </a:t>
            </a:r>
            <a:endParaRPr b="0" lang="ru-RU" sz="4000" spc="-1" strike="noStrike">
              <a:latin typeface="Arial"/>
            </a:endParaRPr>
          </a:p>
          <a:p>
            <a:pPr>
              <a:lnSpc>
                <a:spcPct val="100000"/>
              </a:lnSpc>
              <a:buNone/>
            </a:pPr>
            <a:r>
              <a:rPr b="1" lang="ru-RU" sz="4000" spc="-1" strike="noStrike">
                <a:solidFill>
                  <a:srgbClr val="352379"/>
                </a:solidFill>
                <a:latin typeface="Montserrat"/>
                <a:ea typeface="Arial"/>
              </a:rPr>
              <a:t>потенциалы точек начала и</a:t>
            </a:r>
            <a:endParaRPr b="0" lang="ru-RU" sz="4000" spc="-1" strike="noStrike">
              <a:latin typeface="Arial"/>
            </a:endParaRPr>
          </a:p>
          <a:p>
            <a:pPr>
              <a:lnSpc>
                <a:spcPct val="100000"/>
              </a:lnSpc>
              <a:buNone/>
            </a:pPr>
            <a:r>
              <a:rPr b="1" lang="ru-RU" sz="4000" spc="-1" strike="noStrike">
                <a:solidFill>
                  <a:srgbClr val="352379"/>
                </a:solidFill>
                <a:latin typeface="Montserrat"/>
                <a:ea typeface="Arial"/>
              </a:rPr>
              <a:t>конца диаграммы должны</a:t>
            </a:r>
            <a:endParaRPr b="0" lang="ru-RU" sz="4000" spc="-1" strike="noStrike">
              <a:latin typeface="Arial"/>
            </a:endParaRPr>
          </a:p>
          <a:p>
            <a:pPr>
              <a:lnSpc>
                <a:spcPct val="100000"/>
              </a:lnSpc>
              <a:buNone/>
            </a:pPr>
            <a:r>
              <a:rPr b="1" lang="ru-RU" sz="4000" spc="-1" strike="noStrike">
                <a:solidFill>
                  <a:srgbClr val="352379"/>
                </a:solidFill>
                <a:latin typeface="Montserrat"/>
                <a:ea typeface="Arial"/>
              </a:rPr>
              <a:t>получиться одинаковыми  </a:t>
            </a:r>
            <a:endParaRPr b="0" lang="ru-RU" sz="4000" spc="-1" strike="noStrike">
              <a:latin typeface="Arial"/>
            </a:endParaRPr>
          </a:p>
          <a:p>
            <a:pPr>
              <a:lnSpc>
                <a:spcPct val="100000"/>
              </a:lnSpc>
              <a:buNone/>
            </a:pPr>
            <a:endParaRPr b="0" lang="ru-RU" sz="4000" spc="-1" strike="noStrike">
              <a:latin typeface="Arial"/>
            </a:endParaRPr>
          </a:p>
        </p:txBody>
      </p:sp>
      <p:sp>
        <p:nvSpPr>
          <p:cNvPr id="846" name="Прямоугольник 1"/>
          <p:cNvSpPr/>
          <p:nvPr/>
        </p:nvSpPr>
        <p:spPr>
          <a:xfrm>
            <a:off x="406440" y="93960"/>
            <a:ext cx="1810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1800" spc="-1" strike="noStrike">
                <a:solidFill>
                  <a:srgbClr val="ffffff"/>
                </a:solidFill>
                <a:latin typeface="Montserrat"/>
                <a:ea typeface="Arial"/>
              </a:rPr>
              <a:t>Кафедра ТЭЦ</a:t>
            </a:r>
            <a:endParaRPr b="0" lang="ru-RU" sz="1800" spc="-1" strike="noStrike">
              <a:latin typeface="Arial"/>
            </a:endParaRPr>
          </a:p>
        </p:txBody>
      </p:sp>
      <p:sp>
        <p:nvSpPr>
          <p:cNvPr id="3" name="PlaceHolder 2"/>
          <p:cNvSpPr>
            <a:spLocks noGrp="1"/>
          </p:cNvSpPr>
          <p:nvPr>
            <p:ph type="sldNum" idx="6"/>
          </p:nvPr>
        </p:nvSpPr>
        <p:spPr/>
        <p:txBody>
          <a:bodyPr/>
          <a:p>
            <a:fld id="{6DED7E43-E8E4-4F82-A288-AF9C66E16133}" type="slidenum">
              <a:t>41</a:t>
            </a:fld>
          </a:p>
        </p:txBody>
      </p:sp>
    </p:spTree>
  </p:cSld>
  <mc:AlternateContent>
    <mc:Choice Requires="p14">
      <p:transition spd="slow" p14:dur="2000"/>
    </mc:Choice>
    <mc:Fallback>
      <p:transition spd="slow"/>
    </mc:Fallback>
  </mc:AlternateContent>
  <p:timing>
    <p:tnLst>
      <p:par>
        <p:cTn id="333" dur="indefinite" restart="never" nodeType="tmRoot">
          <p:childTnLst>
            <p:seq>
              <p:cTn id="334" dur="indefinite" nodeType="mainSeq">
                <p:childTnLst>
                  <p:par>
                    <p:cTn id="335" nodeType="clickEffect" fill="hold">
                      <p:stCondLst>
                        <p:cond delay="0"/>
                      </p:stCondLst>
                      <p:childTnLst>
                        <p:par>
                          <p:cTn id="336" nodeType="withEffect" fill="hold">
                            <p:stCondLst>
                              <p:cond delay="0"/>
                            </p:stCondLst>
                            <p:childTnLst>
                              <p:par>
                                <p:cTn id="337" nodeType="afterEffect" fill="hold" presetClass="entr" presetID="22" presetSubtype="1">
                                  <p:stCondLst>
                                    <p:cond delay="0"/>
                                  </p:stCondLst>
                                  <p:childTnLst>
                                    <p:set>
                                      <p:cBhvr>
                                        <p:cTn id="338" dur="1" fill="hold">
                                          <p:stCondLst>
                                            <p:cond delay="0"/>
                                          </p:stCondLst>
                                        </p:cTn>
                                        <p:tgtEl>
                                          <p:spTgt spid="844"/>
                                        </p:tgtEl>
                                        <p:attrNameLst>
                                          <p:attrName>style.visibility</p:attrName>
                                        </p:attrNameLst>
                                      </p:cBhvr>
                                      <p:to>
                                        <p:strVal val="visible"/>
                                      </p:to>
                                    </p:set>
                                    <p:animEffect filter="wipe(up)" transition="in">
                                      <p:cBhvr additive="repl">
                                        <p:cTn id="339" dur="500"/>
                                        <p:tgtEl>
                                          <p:spTgt spid="8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7" name="PlaceHolder 1"/>
          <p:cNvSpPr>
            <a:spLocks noGrp="1"/>
          </p:cNvSpPr>
          <p:nvPr>
            <p:ph type="title"/>
          </p:nvPr>
        </p:nvSpPr>
        <p:spPr>
          <a:xfrm>
            <a:off x="672480" y="484920"/>
            <a:ext cx="10898640" cy="1002960"/>
          </a:xfrm>
          <a:prstGeom prst="rect">
            <a:avLst/>
          </a:prstGeom>
          <a:noFill/>
          <a:ln w="0">
            <a:noFill/>
          </a:ln>
        </p:spPr>
        <p:txBody>
          <a:bodyPr anchor="t">
            <a:noAutofit/>
          </a:bodyPr>
          <a:p>
            <a:pPr>
              <a:lnSpc>
                <a:spcPct val="100000"/>
              </a:lnSpc>
              <a:buNone/>
            </a:pPr>
            <a:r>
              <a:rPr b="0" lang="ru-RU" sz="3600" spc="-1" strike="noStrike">
                <a:solidFill>
                  <a:srgbClr val="002060"/>
                </a:solidFill>
                <a:latin typeface="Arial"/>
                <a:ea typeface="Arial"/>
              </a:rPr>
              <a:t>построения потенциальной диаграммы</a:t>
            </a:r>
            <a:endParaRPr b="0" lang="ru-RU" sz="3600" spc="-1" strike="noStrike">
              <a:solidFill>
                <a:srgbClr val="352379"/>
              </a:solidFill>
              <a:latin typeface="Montserrat"/>
            </a:endParaRPr>
          </a:p>
        </p:txBody>
      </p:sp>
      <p:sp>
        <p:nvSpPr>
          <p:cNvPr id="848" name="Прямоугольник 3"/>
          <p:cNvSpPr/>
          <p:nvPr/>
        </p:nvSpPr>
        <p:spPr>
          <a:xfrm>
            <a:off x="280440" y="1086840"/>
            <a:ext cx="11683080" cy="64263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ru-RU" sz="3200" spc="-1" strike="noStrike">
                <a:solidFill>
                  <a:srgbClr val="002060"/>
                </a:solidFill>
                <a:latin typeface="Arial"/>
                <a:ea typeface="Arial"/>
              </a:rPr>
              <a:t>Для построения потенциальной диаграммы выбирают замкнутый контур. Этот контур разбивают на участки таким образом, чтобы на участке находился один потребитель или источник энергии. Пограничные точки между участками необходимо обозначить буквами или цифрами.</a:t>
            </a:r>
            <a:r>
              <a:rPr b="0" lang="ru-RU" sz="3200" spc="-1" strike="noStrike">
                <a:solidFill>
                  <a:srgbClr val="002060"/>
                </a:solidFill>
                <a:latin typeface="Montserrat"/>
                <a:ea typeface="Arial"/>
              </a:rPr>
              <a:t> </a:t>
            </a:r>
            <a:endParaRPr b="0" lang="ru-RU" sz="3200" spc="-1" strike="noStrike">
              <a:latin typeface="Arial"/>
            </a:endParaRPr>
          </a:p>
          <a:p>
            <a:pPr>
              <a:lnSpc>
                <a:spcPct val="100000"/>
              </a:lnSpc>
              <a:buNone/>
              <a:tabLst>
                <a:tab algn="l" pos="0"/>
              </a:tabLst>
            </a:pPr>
            <a:r>
              <a:rPr b="0" lang="ru-RU" sz="3200" spc="-1" strike="noStrike">
                <a:solidFill>
                  <a:srgbClr val="002060"/>
                </a:solidFill>
                <a:latin typeface="Montserrat"/>
                <a:ea typeface="Arial"/>
              </a:rPr>
              <a:t>Произвольно заземляют одну точку контура, её потенциал условно считается нулевым. Обходя контур по часовой стрелке от точки с нулевым потенциалом, определяют потенциал каждой последующей пограничной точки как алгебраической суммы потенциала предыдущей точки и изменения потенциала между этими соседними точками.</a:t>
            </a:r>
            <a:endParaRPr b="0" lang="ru-RU" sz="3200" spc="-1" strike="noStrike">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9" name="PlaceHolder 1"/>
          <p:cNvSpPr>
            <a:spLocks noGrp="1"/>
          </p:cNvSpPr>
          <p:nvPr>
            <p:ph type="title"/>
          </p:nvPr>
        </p:nvSpPr>
        <p:spPr>
          <a:xfrm>
            <a:off x="672480" y="484920"/>
            <a:ext cx="10898640" cy="1002960"/>
          </a:xfrm>
          <a:prstGeom prst="rect">
            <a:avLst/>
          </a:prstGeom>
          <a:noFill/>
          <a:ln w="0">
            <a:noFill/>
          </a:ln>
        </p:spPr>
        <p:txBody>
          <a:bodyPr anchor="t">
            <a:noAutofit/>
          </a:bodyPr>
          <a:p>
            <a:pPr>
              <a:lnSpc>
                <a:spcPct val="100000"/>
              </a:lnSpc>
              <a:buNone/>
            </a:pPr>
            <a:r>
              <a:rPr b="0" lang="ru-RU" sz="3600" spc="-1" strike="noStrike">
                <a:solidFill>
                  <a:srgbClr val="002060"/>
                </a:solidFill>
                <a:latin typeface="Arial"/>
                <a:ea typeface="Arial"/>
              </a:rPr>
              <a:t>построения потенциальной диаграммы</a:t>
            </a:r>
            <a:endParaRPr b="0" lang="ru-RU" sz="3600" spc="-1" strike="noStrike">
              <a:solidFill>
                <a:srgbClr val="352379"/>
              </a:solidFill>
              <a:latin typeface="Montserrat"/>
            </a:endParaRPr>
          </a:p>
        </p:txBody>
      </p:sp>
      <p:sp>
        <p:nvSpPr>
          <p:cNvPr id="850" name="Прямоугольник 3"/>
          <p:cNvSpPr/>
          <p:nvPr/>
        </p:nvSpPr>
        <p:spPr>
          <a:xfrm>
            <a:off x="519120" y="1098720"/>
            <a:ext cx="11326320" cy="44766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ru-RU" sz="3200" spc="-1" strike="noStrike">
                <a:solidFill>
                  <a:srgbClr val="002060"/>
                </a:solidFill>
                <a:latin typeface="Montserrat"/>
                <a:ea typeface="Arial"/>
              </a:rPr>
              <a:t>Изменение потенциала на участке зависит от состава цепи между точками. </a:t>
            </a:r>
            <a:endParaRPr b="0" lang="ru-RU" sz="3200" spc="-1" strike="noStrike">
              <a:latin typeface="Arial"/>
            </a:endParaRPr>
          </a:p>
          <a:p>
            <a:pPr>
              <a:lnSpc>
                <a:spcPct val="100000"/>
              </a:lnSpc>
              <a:buNone/>
              <a:tabLst>
                <a:tab algn="l" pos="0"/>
              </a:tabLst>
            </a:pPr>
            <a:r>
              <a:rPr b="0" lang="ru-RU" sz="3200" spc="-1" strike="noStrike">
                <a:solidFill>
                  <a:srgbClr val="002060"/>
                </a:solidFill>
                <a:latin typeface="Montserrat"/>
                <a:ea typeface="Arial"/>
              </a:rPr>
              <a:t>Если на участке включен потребитель энергии (резистор), то изменение потенциала численно равно падению напряжения на этом резисторе. Знак этого изменения определяют направлением тока. При совпадении направлений тока и обхода контура знак отрицательный, в противном случае он положительный.</a:t>
            </a:r>
            <a:endParaRPr b="0" lang="ru-RU" sz="3200" spc="-1" strike="noStrike">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1" name="Прямоугольник 2"/>
          <p:cNvSpPr/>
          <p:nvPr/>
        </p:nvSpPr>
        <p:spPr>
          <a:xfrm>
            <a:off x="263520" y="685800"/>
            <a:ext cx="11387520" cy="44766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tabLst>
                <a:tab algn="l" pos="0"/>
              </a:tabLst>
            </a:pPr>
            <a:r>
              <a:rPr b="0" lang="ru-RU" sz="3200" spc="-1" strike="noStrike">
                <a:solidFill>
                  <a:srgbClr val="002060"/>
                </a:solidFill>
                <a:latin typeface="Arial"/>
                <a:ea typeface="Arial"/>
              </a:rPr>
              <a:t>Если на участке находится источник ЭДС, то изменение потенциала здесь численно равно величине ЭДС данного источника. При совпадении направления обхода контура и направления ЭДС изменение потенциала положительно, в противном случае оно отрицательно.</a:t>
            </a:r>
            <a:endParaRPr b="0" lang="ru-RU" sz="3200" spc="-1" strike="noStrike">
              <a:latin typeface="Arial"/>
            </a:endParaRPr>
          </a:p>
          <a:p>
            <a:pPr algn="just">
              <a:lnSpc>
                <a:spcPct val="100000"/>
              </a:lnSpc>
              <a:buNone/>
              <a:tabLst>
                <a:tab algn="l" pos="0"/>
              </a:tabLst>
            </a:pPr>
            <a:endParaRPr b="0" lang="ru-RU" sz="3200" spc="-1" strike="noStrike">
              <a:latin typeface="Arial"/>
            </a:endParaRPr>
          </a:p>
          <a:p>
            <a:pPr algn="just">
              <a:lnSpc>
                <a:spcPct val="100000"/>
              </a:lnSpc>
              <a:buNone/>
              <a:tabLst>
                <a:tab algn="l" pos="0"/>
              </a:tabLst>
            </a:pPr>
            <a:r>
              <a:rPr b="0" lang="ru-RU" sz="3200" spc="-1" strike="noStrike">
                <a:solidFill>
                  <a:srgbClr val="002060"/>
                </a:solidFill>
                <a:latin typeface="Arial"/>
                <a:ea typeface="Arial"/>
              </a:rPr>
              <a:t>После расчета потенциалов всех точек строят в прямоугольной системе координат потенциальную диаграмму. </a:t>
            </a:r>
            <a:endParaRPr b="0" lang="ru-RU" sz="3200" spc="-1" strike="noStrike">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Прямоугольник 2"/>
          <p:cNvSpPr/>
          <p:nvPr/>
        </p:nvSpPr>
        <p:spPr>
          <a:xfrm>
            <a:off x="263520" y="685800"/>
            <a:ext cx="11387520" cy="39891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tabLst>
                <a:tab algn="l" pos="0"/>
              </a:tabLst>
            </a:pPr>
            <a:r>
              <a:rPr b="0" lang="ru-RU" sz="3200" spc="-1" strike="noStrike">
                <a:solidFill>
                  <a:srgbClr val="002060"/>
                </a:solidFill>
                <a:latin typeface="Arial"/>
                <a:ea typeface="Arial"/>
              </a:rPr>
              <a:t>На оси абсцисс откладывают в масштабе сопротивление участков в той последовательности, в которой они встречались при обходе контура, а по оси ординат – потенциалы соответствующих точек.</a:t>
            </a:r>
            <a:endParaRPr b="0" lang="ru-RU" sz="3200" spc="-1" strike="noStrike">
              <a:latin typeface="Arial"/>
            </a:endParaRPr>
          </a:p>
          <a:p>
            <a:pPr algn="just">
              <a:lnSpc>
                <a:spcPct val="100000"/>
              </a:lnSpc>
              <a:buNone/>
              <a:tabLst>
                <a:tab algn="l" pos="0"/>
              </a:tabLst>
            </a:pPr>
            <a:endParaRPr b="0" lang="ru-RU" sz="3200" spc="-1" strike="noStrike">
              <a:latin typeface="Arial"/>
            </a:endParaRPr>
          </a:p>
          <a:p>
            <a:pPr algn="just">
              <a:lnSpc>
                <a:spcPct val="100000"/>
              </a:lnSpc>
              <a:buNone/>
              <a:tabLst>
                <a:tab algn="l" pos="0"/>
              </a:tabLst>
            </a:pPr>
            <a:r>
              <a:rPr b="0" lang="ru-RU" sz="3200" spc="-1" strike="noStrike">
                <a:solidFill>
                  <a:srgbClr val="002060"/>
                </a:solidFill>
                <a:latin typeface="Arial"/>
                <a:ea typeface="Arial"/>
              </a:rPr>
              <a:t> </a:t>
            </a:r>
            <a:r>
              <a:rPr b="0" lang="ru-RU" sz="3200" spc="-1" strike="noStrike">
                <a:solidFill>
                  <a:srgbClr val="002060"/>
                </a:solidFill>
                <a:latin typeface="Arial"/>
                <a:ea typeface="Arial"/>
              </a:rPr>
              <a:t>Потенциальная диаграмма начинается с нулевого потенциала и заканчивается после обхода контура таковым.</a:t>
            </a:r>
            <a:endParaRPr b="0" lang="ru-RU" sz="3200" spc="-1" strike="noStrike">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3" name="Text Box 2"/>
          <p:cNvSpPr/>
          <p:nvPr/>
        </p:nvSpPr>
        <p:spPr>
          <a:xfrm>
            <a:off x="3413160" y="579600"/>
            <a:ext cx="5366880" cy="6991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2001"/>
              </a:spcBef>
              <a:buNone/>
            </a:pPr>
            <a:r>
              <a:rPr b="1" lang="ru-RU" sz="4000" spc="-1" strike="noStrike">
                <a:solidFill>
                  <a:srgbClr val="352379"/>
                </a:solidFill>
                <a:latin typeface="Bookman Old Style"/>
                <a:ea typeface="Arial"/>
              </a:rPr>
              <a:t>Схема контура</a:t>
            </a:r>
            <a:endParaRPr b="0" lang="ru-RU" sz="4000" spc="-1" strike="noStrike">
              <a:latin typeface="Arial"/>
            </a:endParaRPr>
          </a:p>
        </p:txBody>
      </p:sp>
      <p:grpSp>
        <p:nvGrpSpPr>
          <p:cNvPr id="854" name="Group 91"/>
          <p:cNvGrpSpPr/>
          <p:nvPr/>
        </p:nvGrpSpPr>
        <p:grpSpPr>
          <a:xfrm>
            <a:off x="2428920" y="1714680"/>
            <a:ext cx="7333920" cy="4452480"/>
            <a:chOff x="2428920" y="1714680"/>
            <a:chExt cx="7333920" cy="4452480"/>
          </a:xfrm>
        </p:grpSpPr>
        <p:sp>
          <p:nvSpPr>
            <p:cNvPr id="855" name="Rectangle 68"/>
            <p:cNvSpPr/>
            <p:nvPr/>
          </p:nvSpPr>
          <p:spPr>
            <a:xfrm>
              <a:off x="2428920" y="1714680"/>
              <a:ext cx="7333920" cy="4452480"/>
            </a:xfrm>
            <a:prstGeom prst="rect">
              <a:avLst/>
            </a:prstGeom>
            <a:gradFill rotWithShape="0">
              <a:gsLst>
                <a:gs pos="0">
                  <a:srgbClr val="ffffcc"/>
                </a:gs>
                <a:gs pos="100000">
                  <a:srgbClr val="ffffff"/>
                </a:gs>
              </a:gsLst>
              <a:lin ang="5400000"/>
            </a:gradFill>
            <a:ln w="38100">
              <a:solidFill>
                <a:srgbClr val="352379"/>
              </a:solidFill>
              <a:miter/>
            </a:ln>
          </p:spPr>
          <p:style>
            <a:lnRef idx="0"/>
            <a:fillRef idx="0"/>
            <a:effectRef idx="0"/>
            <a:fontRef idx="minor"/>
          </p:style>
        </p:sp>
        <p:sp>
          <p:nvSpPr>
            <p:cNvPr id="856" name="Line 4"/>
            <p:cNvSpPr/>
            <p:nvPr/>
          </p:nvSpPr>
          <p:spPr>
            <a:xfrm>
              <a:off x="4317840" y="2808000"/>
              <a:ext cx="3387600" cy="360"/>
            </a:xfrm>
            <a:prstGeom prst="line">
              <a:avLst/>
            </a:prstGeom>
            <a:ln w="38100">
              <a:solidFill>
                <a:srgbClr val="352379"/>
              </a:solidFill>
              <a:round/>
            </a:ln>
          </p:spPr>
          <p:style>
            <a:lnRef idx="0"/>
            <a:fillRef idx="0"/>
            <a:effectRef idx="0"/>
            <a:fontRef idx="minor"/>
          </p:style>
        </p:sp>
        <p:sp>
          <p:nvSpPr>
            <p:cNvPr id="857" name="Line 5"/>
            <p:cNvSpPr/>
            <p:nvPr/>
          </p:nvSpPr>
          <p:spPr>
            <a:xfrm>
              <a:off x="7705440" y="2808000"/>
              <a:ext cx="360" cy="2335320"/>
            </a:xfrm>
            <a:prstGeom prst="line">
              <a:avLst/>
            </a:prstGeom>
            <a:ln w="38100">
              <a:solidFill>
                <a:srgbClr val="352379"/>
              </a:solidFill>
              <a:round/>
            </a:ln>
          </p:spPr>
          <p:style>
            <a:lnRef idx="0"/>
            <a:fillRef idx="0"/>
            <a:effectRef idx="0"/>
            <a:fontRef idx="minor"/>
          </p:style>
        </p:sp>
        <p:sp>
          <p:nvSpPr>
            <p:cNvPr id="858" name="Line 7"/>
            <p:cNvSpPr/>
            <p:nvPr/>
          </p:nvSpPr>
          <p:spPr>
            <a:xfrm flipH="1">
              <a:off x="4317840" y="5117760"/>
              <a:ext cx="3387600" cy="360"/>
            </a:xfrm>
            <a:prstGeom prst="line">
              <a:avLst/>
            </a:prstGeom>
            <a:ln w="38100">
              <a:solidFill>
                <a:srgbClr val="352379"/>
              </a:solidFill>
              <a:round/>
            </a:ln>
          </p:spPr>
          <p:style>
            <a:lnRef idx="0"/>
            <a:fillRef idx="0"/>
            <a:effectRef idx="0"/>
            <a:fontRef idx="minor"/>
          </p:style>
        </p:sp>
        <p:sp>
          <p:nvSpPr>
            <p:cNvPr id="859" name="Line 8"/>
            <p:cNvSpPr/>
            <p:nvPr/>
          </p:nvSpPr>
          <p:spPr>
            <a:xfrm flipV="1">
              <a:off x="7705440" y="4992480"/>
              <a:ext cx="728640" cy="125280"/>
            </a:xfrm>
            <a:prstGeom prst="line">
              <a:avLst/>
            </a:prstGeom>
            <a:ln w="38100">
              <a:solidFill>
                <a:srgbClr val="352379"/>
              </a:solidFill>
              <a:round/>
            </a:ln>
          </p:spPr>
          <p:style>
            <a:lnRef idx="0"/>
            <a:fillRef idx="0"/>
            <a:effectRef idx="0"/>
            <a:fontRef idx="minor"/>
          </p:style>
        </p:sp>
        <p:sp>
          <p:nvSpPr>
            <p:cNvPr id="860" name="Rectangle 10"/>
            <p:cNvSpPr/>
            <p:nvPr/>
          </p:nvSpPr>
          <p:spPr>
            <a:xfrm>
              <a:off x="6513480" y="2689200"/>
              <a:ext cx="887040" cy="250560"/>
            </a:xfrm>
            <a:prstGeom prst="rect">
              <a:avLst/>
            </a:prstGeom>
            <a:solidFill>
              <a:schemeClr val="bg1"/>
            </a:solidFill>
            <a:ln w="38100">
              <a:solidFill>
                <a:srgbClr val="352379"/>
              </a:solidFill>
              <a:miter/>
            </a:ln>
          </p:spPr>
          <p:style>
            <a:lnRef idx="0"/>
            <a:fillRef idx="0"/>
            <a:effectRef idx="0"/>
            <a:fontRef idx="minor"/>
          </p:style>
        </p:sp>
        <p:graphicFrame>
          <p:nvGraphicFramePr>
            <p:cNvPr id="861" name="Object 22"/>
            <p:cNvGraphicFramePr/>
            <p:nvPr/>
          </p:nvGraphicFramePr>
          <p:xfrm>
            <a:off x="3564000" y="3733920"/>
            <a:ext cx="517320" cy="495000"/>
          </p:xfrm>
          <a:graphic>
            <a:graphicData uri="http://schemas.openxmlformats.org/presentationml/2006/ole">
              <p:oleObj progId="Equation.3" r:id="rId1" spid="">
                <p:embed/>
                <p:pic>
                  <p:nvPicPr>
                    <p:cNvPr id="862" name="Object 22" descr=""/>
                    <p:cNvPicPr/>
                    <p:nvPr/>
                  </p:nvPicPr>
                  <p:blipFill>
                    <a:blip r:embed="rId2"/>
                    <a:stretch/>
                  </p:blipFill>
                  <p:spPr>
                    <a:xfrm>
                      <a:off x="3564000" y="3733920"/>
                      <a:ext cx="517320" cy="495000"/>
                    </a:xfrm>
                    <a:prstGeom prst="rect">
                      <a:avLst/>
                    </a:prstGeom>
                    <a:ln w="0">
                      <a:noFill/>
                    </a:ln>
                  </p:spPr>
                </p:pic>
              </p:oleObj>
            </a:graphicData>
          </a:graphic>
        </p:graphicFrame>
        <p:graphicFrame>
          <p:nvGraphicFramePr>
            <p:cNvPr id="863" name="Object 23"/>
            <p:cNvGraphicFramePr/>
            <p:nvPr/>
          </p:nvGraphicFramePr>
          <p:xfrm>
            <a:off x="4957920" y="1886040"/>
            <a:ext cx="466200" cy="515520"/>
          </p:xfrm>
          <a:graphic>
            <a:graphicData uri="http://schemas.openxmlformats.org/presentationml/2006/ole">
              <p:oleObj progId="Equation.3" r:id="rId3" spid="">
                <p:embed/>
                <p:pic>
                  <p:nvPicPr>
                    <p:cNvPr id="864" name="Object 23" descr=""/>
                    <p:cNvPicPr/>
                    <p:nvPr/>
                  </p:nvPicPr>
                  <p:blipFill>
                    <a:blip r:embed="rId4"/>
                    <a:stretch/>
                  </p:blipFill>
                  <p:spPr>
                    <a:xfrm>
                      <a:off x="4957920" y="1886040"/>
                      <a:ext cx="466200" cy="515520"/>
                    </a:xfrm>
                    <a:prstGeom prst="rect">
                      <a:avLst/>
                    </a:prstGeom>
                    <a:ln w="0">
                      <a:noFill/>
                    </a:ln>
                  </p:spPr>
                </p:pic>
              </p:oleObj>
            </a:graphicData>
          </a:graphic>
        </p:graphicFrame>
        <p:graphicFrame>
          <p:nvGraphicFramePr>
            <p:cNvPr id="865" name="Object 24"/>
            <p:cNvGraphicFramePr/>
            <p:nvPr/>
          </p:nvGraphicFramePr>
          <p:xfrm>
            <a:off x="6708600" y="2075040"/>
            <a:ext cx="552240" cy="515520"/>
          </p:xfrm>
          <a:graphic>
            <a:graphicData uri="http://schemas.openxmlformats.org/presentationml/2006/ole">
              <p:oleObj progId="Equation.3" r:id="rId5" spid="">
                <p:embed/>
                <p:pic>
                  <p:nvPicPr>
                    <p:cNvPr id="866" name="Object 24" descr=""/>
                    <p:cNvPicPr/>
                    <p:nvPr/>
                  </p:nvPicPr>
                  <p:blipFill>
                    <a:blip r:embed="rId6"/>
                    <a:stretch/>
                  </p:blipFill>
                  <p:spPr>
                    <a:xfrm>
                      <a:off x="6708600" y="2075040"/>
                      <a:ext cx="552240" cy="515520"/>
                    </a:xfrm>
                    <a:prstGeom prst="rect">
                      <a:avLst/>
                    </a:prstGeom>
                    <a:ln w="0">
                      <a:noFill/>
                    </a:ln>
                  </p:spPr>
                </p:pic>
              </p:oleObj>
            </a:graphicData>
          </a:graphic>
        </p:graphicFrame>
        <p:sp>
          <p:nvSpPr>
            <p:cNvPr id="867" name="Oval 29"/>
            <p:cNvSpPr/>
            <p:nvPr/>
          </p:nvSpPr>
          <p:spPr>
            <a:xfrm>
              <a:off x="6006960" y="2741760"/>
              <a:ext cx="101160" cy="99720"/>
            </a:xfrm>
            <a:prstGeom prst="ellipse">
              <a:avLst/>
            </a:prstGeom>
            <a:noFill/>
            <a:ln w="38100">
              <a:solidFill>
                <a:srgbClr val="352379"/>
              </a:solidFill>
              <a:round/>
            </a:ln>
          </p:spPr>
          <p:style>
            <a:lnRef idx="0"/>
            <a:fillRef idx="0"/>
            <a:effectRef idx="0"/>
            <a:fontRef idx="minor"/>
          </p:style>
        </p:sp>
        <p:sp>
          <p:nvSpPr>
            <p:cNvPr id="868" name="Oval 31"/>
            <p:cNvSpPr/>
            <p:nvPr/>
          </p:nvSpPr>
          <p:spPr>
            <a:xfrm>
              <a:off x="7643880" y="5056200"/>
              <a:ext cx="99720" cy="99720"/>
            </a:xfrm>
            <a:prstGeom prst="ellipse">
              <a:avLst/>
            </a:prstGeom>
            <a:noFill/>
            <a:ln w="38100">
              <a:solidFill>
                <a:srgbClr val="352379"/>
              </a:solidFill>
              <a:round/>
            </a:ln>
          </p:spPr>
          <p:style>
            <a:lnRef idx="0"/>
            <a:fillRef idx="0"/>
            <a:effectRef idx="0"/>
            <a:fontRef idx="minor"/>
          </p:style>
        </p:sp>
        <p:sp>
          <p:nvSpPr>
            <p:cNvPr id="869" name="Oval 32"/>
            <p:cNvSpPr/>
            <p:nvPr/>
          </p:nvSpPr>
          <p:spPr>
            <a:xfrm>
              <a:off x="7639200" y="2762280"/>
              <a:ext cx="99720" cy="101160"/>
            </a:xfrm>
            <a:prstGeom prst="ellipse">
              <a:avLst/>
            </a:prstGeom>
            <a:noFill/>
            <a:ln w="38100">
              <a:solidFill>
                <a:srgbClr val="352379"/>
              </a:solidFill>
              <a:round/>
            </a:ln>
          </p:spPr>
          <p:style>
            <a:lnRef idx="0"/>
            <a:fillRef idx="0"/>
            <a:effectRef idx="0"/>
            <a:fontRef idx="minor"/>
          </p:style>
        </p:sp>
        <p:graphicFrame>
          <p:nvGraphicFramePr>
            <p:cNvPr id="870" name="Object 34"/>
            <p:cNvGraphicFramePr/>
            <p:nvPr/>
          </p:nvGraphicFramePr>
          <p:xfrm>
            <a:off x="8131320" y="3662280"/>
            <a:ext cx="501120" cy="515520"/>
          </p:xfrm>
          <a:graphic>
            <a:graphicData uri="http://schemas.openxmlformats.org/presentationml/2006/ole">
              <p:oleObj progId="Equation.3" r:id="rId7" spid="">
                <p:embed/>
                <p:pic>
                  <p:nvPicPr>
                    <p:cNvPr id="871" name="Object 34" descr=""/>
                    <p:cNvPicPr/>
                    <p:nvPr/>
                  </p:nvPicPr>
                  <p:blipFill>
                    <a:blip r:embed="rId8"/>
                    <a:stretch/>
                  </p:blipFill>
                  <p:spPr>
                    <a:xfrm>
                      <a:off x="8131320" y="3662280"/>
                      <a:ext cx="501120" cy="515520"/>
                    </a:xfrm>
                    <a:prstGeom prst="rect">
                      <a:avLst/>
                    </a:prstGeom>
                    <a:ln w="0">
                      <a:noFill/>
                    </a:ln>
                  </p:spPr>
                </p:pic>
              </p:oleObj>
            </a:graphicData>
          </a:graphic>
        </p:graphicFrame>
        <p:sp>
          <p:nvSpPr>
            <p:cNvPr id="872" name="AutoShape 35"/>
            <p:cNvSpPr/>
            <p:nvPr/>
          </p:nvSpPr>
          <p:spPr>
            <a:xfrm>
              <a:off x="5510160" y="3373560"/>
              <a:ext cx="1015560" cy="928440"/>
            </a:xfrm>
            <a:custGeom>
              <a:avLst/>
              <a:gdLst/>
              <a:ahLst/>
              <a:rect l="l" t="t" r="r" b="b"/>
              <a:pathLst>
                <a:path w="21600" h="21600">
                  <a:moveTo>
                    <a:pt x="12532" y="19653"/>
                  </a:moveTo>
                  <a:cubicBezTo>
                    <a:pt x="16767" y="18825"/>
                    <a:pt x="19822" y="15114"/>
                    <a:pt x="19822" y="10800"/>
                  </a:cubicBezTo>
                  <a:cubicBezTo>
                    <a:pt x="19822" y="5817"/>
                    <a:pt x="15782" y="1778"/>
                    <a:pt x="10800" y="1778"/>
                  </a:cubicBezTo>
                  <a:cubicBezTo>
                    <a:pt x="5817" y="1778"/>
                    <a:pt x="1778" y="5817"/>
                    <a:pt x="1778" y="10800"/>
                  </a:cubicBezTo>
                  <a:lnTo>
                    <a:pt x="0" y="10800"/>
                  </a:lnTo>
                  <a:cubicBezTo>
                    <a:pt x="0" y="4835"/>
                    <a:pt x="4835" y="0"/>
                    <a:pt x="10800" y="0"/>
                  </a:cubicBezTo>
                  <a:cubicBezTo>
                    <a:pt x="16764" y="0"/>
                    <a:pt x="21600" y="4835"/>
                    <a:pt x="21600" y="10800"/>
                  </a:cubicBezTo>
                  <a:cubicBezTo>
                    <a:pt x="21600" y="15964"/>
                    <a:pt x="17943" y="20406"/>
                    <a:pt x="12874" y="21398"/>
                  </a:cubicBezTo>
                  <a:lnTo>
                    <a:pt x="13393" y="24048"/>
                  </a:lnTo>
                  <a:lnTo>
                    <a:pt x="9181" y="21215"/>
                  </a:lnTo>
                  <a:lnTo>
                    <a:pt x="12014" y="17004"/>
                  </a:lnTo>
                  <a:lnTo>
                    <a:pt x="12532" y="19653"/>
                  </a:lnTo>
                  <a:close/>
                </a:path>
              </a:pathLst>
            </a:custGeom>
            <a:solidFill>
              <a:schemeClr val="accent1"/>
            </a:solidFill>
            <a:ln w="38100">
              <a:solidFill>
                <a:srgbClr val="352379"/>
              </a:solidFill>
              <a:miter/>
            </a:ln>
          </p:spPr>
          <p:style>
            <a:lnRef idx="0"/>
            <a:fillRef idx="0"/>
            <a:effectRef idx="0"/>
            <a:fontRef idx="minor"/>
          </p:style>
        </p:sp>
        <p:graphicFrame>
          <p:nvGraphicFramePr>
            <p:cNvPr id="873" name="Object 37"/>
            <p:cNvGraphicFramePr/>
            <p:nvPr/>
          </p:nvGraphicFramePr>
          <p:xfrm>
            <a:off x="3811680" y="2881440"/>
            <a:ext cx="367920" cy="517320"/>
          </p:xfrm>
          <a:graphic>
            <a:graphicData uri="http://schemas.openxmlformats.org/presentationml/2006/ole">
              <p:oleObj progId="Equation.3" r:id="rId9" spid="">
                <p:embed/>
                <p:pic>
                  <p:nvPicPr>
                    <p:cNvPr id="874" name="Object 37" descr=""/>
                    <p:cNvPicPr/>
                    <p:nvPr/>
                  </p:nvPicPr>
                  <p:blipFill>
                    <a:blip r:embed="rId10"/>
                    <a:stretch/>
                  </p:blipFill>
                  <p:spPr>
                    <a:xfrm>
                      <a:off x="3811680" y="2881440"/>
                      <a:ext cx="367920" cy="517320"/>
                    </a:xfrm>
                    <a:prstGeom prst="rect">
                      <a:avLst/>
                    </a:prstGeom>
                    <a:ln w="0">
                      <a:noFill/>
                    </a:ln>
                  </p:spPr>
                </p:pic>
              </p:oleObj>
            </a:graphicData>
          </a:graphic>
        </p:graphicFrame>
        <p:sp>
          <p:nvSpPr>
            <p:cNvPr id="875" name="Line 38"/>
            <p:cNvSpPr/>
            <p:nvPr/>
          </p:nvSpPr>
          <p:spPr>
            <a:xfrm flipV="1">
              <a:off x="4313160" y="2879640"/>
              <a:ext cx="360" cy="828720"/>
            </a:xfrm>
            <a:prstGeom prst="line">
              <a:avLst/>
            </a:prstGeom>
            <a:ln w="38100">
              <a:solidFill>
                <a:srgbClr val="352379"/>
              </a:solidFill>
              <a:round/>
              <a:tailEnd len="med" type="triangle" w="med"/>
            </a:ln>
          </p:spPr>
          <p:style>
            <a:lnRef idx="0"/>
            <a:fillRef idx="0"/>
            <a:effectRef idx="0"/>
            <a:fontRef idx="minor"/>
          </p:style>
        </p:sp>
        <p:graphicFrame>
          <p:nvGraphicFramePr>
            <p:cNvPr id="876" name="Object 43"/>
            <p:cNvGraphicFramePr/>
            <p:nvPr/>
          </p:nvGraphicFramePr>
          <p:xfrm>
            <a:off x="7908840" y="2898720"/>
            <a:ext cx="399600" cy="515520"/>
          </p:xfrm>
          <a:graphic>
            <a:graphicData uri="http://schemas.openxmlformats.org/presentationml/2006/ole">
              <p:oleObj progId="Equation.3" r:id="rId11" spid="">
                <p:embed/>
                <p:pic>
                  <p:nvPicPr>
                    <p:cNvPr id="877" name="Object 43" descr=""/>
                    <p:cNvPicPr/>
                    <p:nvPr/>
                  </p:nvPicPr>
                  <p:blipFill>
                    <a:blip r:embed="rId12"/>
                    <a:stretch/>
                  </p:blipFill>
                  <p:spPr>
                    <a:xfrm>
                      <a:off x="7908840" y="2898720"/>
                      <a:ext cx="399600" cy="515520"/>
                    </a:xfrm>
                    <a:prstGeom prst="rect">
                      <a:avLst/>
                    </a:prstGeom>
                    <a:ln w="0">
                      <a:noFill/>
                    </a:ln>
                  </p:spPr>
                </p:pic>
              </p:oleObj>
            </a:graphicData>
          </a:graphic>
        </p:graphicFrame>
        <p:sp>
          <p:nvSpPr>
            <p:cNvPr id="878" name="Line 48"/>
            <p:cNvSpPr/>
            <p:nvPr/>
          </p:nvSpPr>
          <p:spPr>
            <a:xfrm>
              <a:off x="4308120" y="2792160"/>
              <a:ext cx="360" cy="2343240"/>
            </a:xfrm>
            <a:prstGeom prst="line">
              <a:avLst/>
            </a:prstGeom>
            <a:ln w="38100">
              <a:solidFill>
                <a:srgbClr val="352379"/>
              </a:solidFill>
              <a:round/>
            </a:ln>
          </p:spPr>
          <p:style>
            <a:lnRef idx="0"/>
            <a:fillRef idx="0"/>
            <a:effectRef idx="0"/>
            <a:fontRef idx="minor"/>
          </p:style>
        </p:sp>
        <p:sp>
          <p:nvSpPr>
            <p:cNvPr id="879" name="Line 49"/>
            <p:cNvSpPr/>
            <p:nvPr/>
          </p:nvSpPr>
          <p:spPr>
            <a:xfrm flipH="1">
              <a:off x="3338280" y="5117760"/>
              <a:ext cx="969840" cy="368640"/>
            </a:xfrm>
            <a:prstGeom prst="line">
              <a:avLst/>
            </a:prstGeom>
            <a:ln w="38100">
              <a:solidFill>
                <a:srgbClr val="352379"/>
              </a:solidFill>
              <a:round/>
            </a:ln>
          </p:spPr>
          <p:style>
            <a:lnRef idx="0"/>
            <a:fillRef idx="0"/>
            <a:effectRef idx="0"/>
            <a:fontRef idx="minor"/>
          </p:style>
        </p:sp>
        <p:sp>
          <p:nvSpPr>
            <p:cNvPr id="880" name="Rectangle 9"/>
            <p:cNvSpPr/>
            <p:nvPr/>
          </p:nvSpPr>
          <p:spPr>
            <a:xfrm flipH="1" rot="5400000">
              <a:off x="3861000" y="3804120"/>
              <a:ext cx="887040" cy="250560"/>
            </a:xfrm>
            <a:prstGeom prst="rect">
              <a:avLst/>
            </a:prstGeom>
            <a:solidFill>
              <a:schemeClr val="bg1"/>
            </a:solidFill>
            <a:ln w="38100">
              <a:solidFill>
                <a:srgbClr val="352379"/>
              </a:solidFill>
              <a:miter/>
            </a:ln>
          </p:spPr>
          <p:style>
            <a:lnRef idx="0"/>
            <a:fillRef idx="0"/>
            <a:effectRef idx="0"/>
            <a:fontRef idx="minor"/>
          </p:style>
        </p:sp>
        <p:sp>
          <p:nvSpPr>
            <p:cNvPr id="881" name="Line 50"/>
            <p:cNvSpPr/>
            <p:nvPr/>
          </p:nvSpPr>
          <p:spPr>
            <a:xfrm flipV="1">
              <a:off x="6049800" y="1904760"/>
              <a:ext cx="360" cy="903240"/>
            </a:xfrm>
            <a:prstGeom prst="line">
              <a:avLst/>
            </a:prstGeom>
            <a:ln w="38100">
              <a:solidFill>
                <a:srgbClr val="352379"/>
              </a:solidFill>
              <a:round/>
            </a:ln>
          </p:spPr>
          <p:style>
            <a:lnRef idx="0"/>
            <a:fillRef idx="0"/>
            <a:effectRef idx="0"/>
            <a:fontRef idx="minor"/>
          </p:style>
        </p:sp>
        <p:sp>
          <p:nvSpPr>
            <p:cNvPr id="882" name="Line 52"/>
            <p:cNvSpPr/>
            <p:nvPr/>
          </p:nvSpPr>
          <p:spPr>
            <a:xfrm>
              <a:off x="7705440" y="3058920"/>
              <a:ext cx="360" cy="334800"/>
            </a:xfrm>
            <a:prstGeom prst="line">
              <a:avLst/>
            </a:prstGeom>
            <a:ln w="38100">
              <a:solidFill>
                <a:srgbClr val="352379"/>
              </a:solidFill>
              <a:round/>
              <a:tailEnd len="med" type="triangle" w="med"/>
            </a:ln>
          </p:spPr>
          <p:style>
            <a:lnRef idx="0"/>
            <a:fillRef idx="0"/>
            <a:effectRef idx="0"/>
            <a:fontRef idx="minor"/>
          </p:style>
        </p:sp>
        <p:sp>
          <p:nvSpPr>
            <p:cNvPr id="883" name="Rectangle 53"/>
            <p:cNvSpPr/>
            <p:nvPr/>
          </p:nvSpPr>
          <p:spPr>
            <a:xfrm>
              <a:off x="5676840" y="4998960"/>
              <a:ext cx="887040" cy="250560"/>
            </a:xfrm>
            <a:prstGeom prst="rect">
              <a:avLst/>
            </a:prstGeom>
            <a:solidFill>
              <a:schemeClr val="bg1"/>
            </a:solidFill>
            <a:ln w="38100">
              <a:solidFill>
                <a:srgbClr val="352379"/>
              </a:solidFill>
              <a:miter/>
            </a:ln>
          </p:spPr>
          <p:style>
            <a:lnRef idx="0"/>
            <a:fillRef idx="0"/>
            <a:effectRef idx="0"/>
            <a:fontRef idx="minor"/>
          </p:style>
        </p:sp>
        <p:graphicFrame>
          <p:nvGraphicFramePr>
            <p:cNvPr id="884" name="Object 54"/>
            <p:cNvGraphicFramePr/>
            <p:nvPr/>
          </p:nvGraphicFramePr>
          <p:xfrm>
            <a:off x="5872320" y="5338800"/>
            <a:ext cx="552240" cy="515520"/>
          </p:xfrm>
          <a:graphic>
            <a:graphicData uri="http://schemas.openxmlformats.org/presentationml/2006/ole">
              <p:oleObj progId="Equation.3" r:id="rId13" spid="">
                <p:embed/>
                <p:pic>
                  <p:nvPicPr>
                    <p:cNvPr id="885" name="Object 54" descr=""/>
                    <p:cNvPicPr/>
                    <p:nvPr/>
                  </p:nvPicPr>
                  <p:blipFill>
                    <a:blip r:embed="rId14"/>
                    <a:stretch/>
                  </p:blipFill>
                  <p:spPr>
                    <a:xfrm>
                      <a:off x="5872320" y="5338800"/>
                      <a:ext cx="552240" cy="515520"/>
                    </a:xfrm>
                    <a:prstGeom prst="rect">
                      <a:avLst/>
                    </a:prstGeom>
                    <a:ln w="0">
                      <a:noFill/>
                    </a:ln>
                  </p:spPr>
                </p:pic>
              </p:oleObj>
            </a:graphicData>
          </a:graphic>
        </p:graphicFrame>
        <p:sp>
          <p:nvSpPr>
            <p:cNvPr id="886" name="Line 55"/>
            <p:cNvSpPr/>
            <p:nvPr/>
          </p:nvSpPr>
          <p:spPr>
            <a:xfrm>
              <a:off x="6717960" y="5117760"/>
              <a:ext cx="669960" cy="360"/>
            </a:xfrm>
            <a:prstGeom prst="line">
              <a:avLst/>
            </a:prstGeom>
            <a:ln w="38100">
              <a:solidFill>
                <a:srgbClr val="352379"/>
              </a:solidFill>
              <a:round/>
              <a:tailEnd len="med" type="triangle" w="med"/>
            </a:ln>
          </p:spPr>
          <p:style>
            <a:lnRef idx="0"/>
            <a:fillRef idx="0"/>
            <a:effectRef idx="0"/>
            <a:fontRef idx="minor"/>
          </p:style>
        </p:sp>
        <p:graphicFrame>
          <p:nvGraphicFramePr>
            <p:cNvPr id="887" name="Object 56"/>
            <p:cNvGraphicFramePr/>
            <p:nvPr/>
          </p:nvGraphicFramePr>
          <p:xfrm>
            <a:off x="7039080" y="5257800"/>
            <a:ext cx="399600" cy="517320"/>
          </p:xfrm>
          <a:graphic>
            <a:graphicData uri="http://schemas.openxmlformats.org/presentationml/2006/ole">
              <p:oleObj progId="Equation.3" r:id="rId15" spid="">
                <p:embed/>
                <p:pic>
                  <p:nvPicPr>
                    <p:cNvPr id="888" name="Object 56" descr=""/>
                    <p:cNvPicPr/>
                    <p:nvPr/>
                  </p:nvPicPr>
                  <p:blipFill>
                    <a:blip r:embed="rId16"/>
                    <a:stretch/>
                  </p:blipFill>
                  <p:spPr>
                    <a:xfrm>
                      <a:off x="7039080" y="5257800"/>
                      <a:ext cx="399600" cy="517320"/>
                    </a:xfrm>
                    <a:prstGeom prst="rect">
                      <a:avLst/>
                    </a:prstGeom>
                    <a:ln w="0">
                      <a:noFill/>
                    </a:ln>
                  </p:spPr>
                </p:pic>
              </p:oleObj>
            </a:graphicData>
          </a:graphic>
        </p:graphicFrame>
        <p:sp>
          <p:nvSpPr>
            <p:cNvPr id="889" name="Text Box 57"/>
            <p:cNvSpPr/>
            <p:nvPr/>
          </p:nvSpPr>
          <p:spPr>
            <a:xfrm>
              <a:off x="4030200" y="2358720"/>
              <a:ext cx="318240" cy="36360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901"/>
                </a:spcBef>
                <a:buNone/>
              </a:pPr>
              <a:r>
                <a:rPr b="0" lang="ru-RU" sz="1800" spc="-1" strike="noStrike">
                  <a:solidFill>
                    <a:srgbClr val="352379"/>
                  </a:solidFill>
                  <a:latin typeface="Montserrat"/>
                  <a:ea typeface="Arial"/>
                </a:rPr>
                <a:t>к</a:t>
              </a:r>
              <a:endParaRPr b="0" lang="ru-RU" sz="1800" spc="-1" strike="noStrike">
                <a:latin typeface="Arial"/>
              </a:endParaRPr>
            </a:p>
          </p:txBody>
        </p:sp>
        <p:sp>
          <p:nvSpPr>
            <p:cNvPr id="890" name="Oval 58"/>
            <p:cNvSpPr/>
            <p:nvPr/>
          </p:nvSpPr>
          <p:spPr>
            <a:xfrm>
              <a:off x="4251240" y="2759040"/>
              <a:ext cx="99720" cy="99720"/>
            </a:xfrm>
            <a:prstGeom prst="ellipse">
              <a:avLst/>
            </a:prstGeom>
            <a:noFill/>
            <a:ln w="38100">
              <a:solidFill>
                <a:srgbClr val="352379"/>
              </a:solidFill>
              <a:round/>
            </a:ln>
          </p:spPr>
          <p:style>
            <a:lnRef idx="0"/>
            <a:fillRef idx="0"/>
            <a:effectRef idx="0"/>
            <a:fontRef idx="minor"/>
          </p:style>
        </p:sp>
        <p:sp>
          <p:nvSpPr>
            <p:cNvPr id="891" name="Oval 59"/>
            <p:cNvSpPr/>
            <p:nvPr/>
          </p:nvSpPr>
          <p:spPr>
            <a:xfrm>
              <a:off x="4233960" y="5068800"/>
              <a:ext cx="99720" cy="99720"/>
            </a:xfrm>
            <a:prstGeom prst="ellipse">
              <a:avLst/>
            </a:prstGeom>
            <a:noFill/>
            <a:ln w="38100">
              <a:solidFill>
                <a:srgbClr val="352379"/>
              </a:solidFill>
              <a:round/>
            </a:ln>
          </p:spPr>
          <p:style>
            <a:lnRef idx="0"/>
            <a:fillRef idx="0"/>
            <a:effectRef idx="0"/>
            <a:fontRef idx="minor"/>
          </p:style>
        </p:sp>
        <p:sp>
          <p:nvSpPr>
            <p:cNvPr id="892" name="Text Box 60"/>
            <p:cNvSpPr/>
            <p:nvPr/>
          </p:nvSpPr>
          <p:spPr>
            <a:xfrm>
              <a:off x="4180320" y="5121000"/>
              <a:ext cx="319680" cy="36360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901"/>
                </a:spcBef>
                <a:buNone/>
              </a:pPr>
              <a:r>
                <a:rPr b="0" lang="ru-RU" sz="1800" spc="-1" strike="noStrike">
                  <a:solidFill>
                    <a:srgbClr val="352379"/>
                  </a:solidFill>
                  <a:latin typeface="Montserrat"/>
                  <a:ea typeface="Arial"/>
                </a:rPr>
                <a:t>а</a:t>
              </a:r>
              <a:endParaRPr b="0" lang="ru-RU" sz="1800" spc="-1" strike="noStrike">
                <a:latin typeface="Arial"/>
              </a:endParaRPr>
            </a:p>
          </p:txBody>
        </p:sp>
        <p:sp>
          <p:nvSpPr>
            <p:cNvPr id="893" name="Text Box 61"/>
            <p:cNvSpPr/>
            <p:nvPr/>
          </p:nvSpPr>
          <p:spPr>
            <a:xfrm>
              <a:off x="7695000" y="5113080"/>
              <a:ext cx="324360" cy="36360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901"/>
                </a:spcBef>
                <a:buNone/>
              </a:pPr>
              <a:r>
                <a:rPr b="0" lang="en-US" sz="1800" spc="-1" strike="noStrike">
                  <a:solidFill>
                    <a:srgbClr val="352379"/>
                  </a:solidFill>
                  <a:latin typeface="Montserrat"/>
                  <a:ea typeface="Arial"/>
                </a:rPr>
                <a:t>d</a:t>
              </a:r>
              <a:endParaRPr b="0" lang="ru-RU" sz="1800" spc="-1" strike="noStrike">
                <a:latin typeface="Arial"/>
              </a:endParaRPr>
            </a:p>
          </p:txBody>
        </p:sp>
        <p:sp>
          <p:nvSpPr>
            <p:cNvPr id="894" name="Text Box 62"/>
            <p:cNvSpPr/>
            <p:nvPr/>
          </p:nvSpPr>
          <p:spPr>
            <a:xfrm>
              <a:off x="7727760" y="2441160"/>
              <a:ext cx="304560" cy="36360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901"/>
                </a:spcBef>
                <a:buNone/>
              </a:pPr>
              <a:r>
                <a:rPr b="0" lang="ru-RU" sz="1800" spc="-1" strike="noStrike">
                  <a:solidFill>
                    <a:srgbClr val="352379"/>
                  </a:solidFill>
                  <a:latin typeface="Montserrat"/>
                  <a:ea typeface="Arial"/>
                </a:rPr>
                <a:t>c</a:t>
              </a:r>
              <a:endParaRPr b="0" lang="ru-RU" sz="1800" spc="-1" strike="noStrike">
                <a:latin typeface="Arial"/>
              </a:endParaRPr>
            </a:p>
          </p:txBody>
        </p:sp>
        <p:grpSp>
          <p:nvGrpSpPr>
            <p:cNvPr id="895" name="Group 76"/>
            <p:cNvGrpSpPr/>
            <p:nvPr/>
          </p:nvGrpSpPr>
          <p:grpSpPr>
            <a:xfrm>
              <a:off x="4689360" y="2405160"/>
              <a:ext cx="1062000" cy="777600"/>
              <a:chOff x="4689360" y="2405160"/>
              <a:chExt cx="1062000" cy="777600"/>
            </a:xfrm>
          </p:grpSpPr>
          <p:sp>
            <p:nvSpPr>
              <p:cNvPr id="896" name="Oval 77"/>
              <p:cNvSpPr/>
              <p:nvPr/>
            </p:nvSpPr>
            <p:spPr>
              <a:xfrm flipV="1">
                <a:off x="4834080" y="2405160"/>
                <a:ext cx="776160" cy="777600"/>
              </a:xfrm>
              <a:prstGeom prst="ellipse">
                <a:avLst/>
              </a:prstGeom>
              <a:solidFill>
                <a:schemeClr val="bg1"/>
              </a:solidFill>
              <a:ln w="38100">
                <a:solidFill>
                  <a:srgbClr val="352379"/>
                </a:solidFill>
                <a:round/>
              </a:ln>
            </p:spPr>
            <p:style>
              <a:lnRef idx="0"/>
              <a:fillRef idx="0"/>
              <a:effectRef idx="0"/>
              <a:fontRef idx="minor"/>
            </p:style>
          </p:sp>
          <p:grpSp>
            <p:nvGrpSpPr>
              <p:cNvPr id="897" name="Group 78"/>
              <p:cNvGrpSpPr/>
              <p:nvPr/>
            </p:nvGrpSpPr>
            <p:grpSpPr>
              <a:xfrm>
                <a:off x="5300640" y="2642760"/>
                <a:ext cx="232200" cy="320040"/>
                <a:chOff x="5300640" y="2642760"/>
                <a:chExt cx="232200" cy="320040"/>
              </a:xfrm>
            </p:grpSpPr>
            <p:sp>
              <p:nvSpPr>
                <p:cNvPr id="898" name="Line 79"/>
                <p:cNvSpPr/>
                <p:nvPr/>
              </p:nvSpPr>
              <p:spPr>
                <a:xfrm flipH="1">
                  <a:off x="5301000" y="2793960"/>
                  <a:ext cx="231480" cy="168840"/>
                </a:xfrm>
                <a:prstGeom prst="line">
                  <a:avLst/>
                </a:prstGeom>
                <a:ln w="38100">
                  <a:solidFill>
                    <a:srgbClr val="352379"/>
                  </a:solidFill>
                  <a:round/>
                </a:ln>
              </p:spPr>
              <p:style>
                <a:lnRef idx="0"/>
                <a:fillRef idx="0"/>
                <a:effectRef idx="0"/>
                <a:fontRef idx="minor"/>
              </p:style>
            </p:sp>
            <p:sp>
              <p:nvSpPr>
                <p:cNvPr id="899" name="Line 80"/>
                <p:cNvSpPr/>
                <p:nvPr/>
              </p:nvSpPr>
              <p:spPr>
                <a:xfrm flipH="1" flipV="1">
                  <a:off x="5300640" y="2642760"/>
                  <a:ext cx="232200" cy="166320"/>
                </a:xfrm>
                <a:prstGeom prst="line">
                  <a:avLst/>
                </a:prstGeom>
                <a:ln w="38100">
                  <a:solidFill>
                    <a:srgbClr val="352379"/>
                  </a:solidFill>
                  <a:round/>
                </a:ln>
              </p:spPr>
              <p:style>
                <a:lnRef idx="0"/>
                <a:fillRef idx="0"/>
                <a:effectRef idx="0"/>
                <a:fontRef idx="minor"/>
              </p:style>
            </p:sp>
          </p:grpSp>
          <p:sp>
            <p:nvSpPr>
              <p:cNvPr id="900" name="Line 81"/>
              <p:cNvSpPr/>
              <p:nvPr/>
            </p:nvSpPr>
            <p:spPr>
              <a:xfrm flipH="1">
                <a:off x="4689360" y="2811960"/>
                <a:ext cx="1062000" cy="360"/>
              </a:xfrm>
              <a:prstGeom prst="line">
                <a:avLst/>
              </a:prstGeom>
              <a:ln w="38100">
                <a:solidFill>
                  <a:srgbClr val="352379"/>
                </a:solidFill>
                <a:round/>
              </a:ln>
            </p:spPr>
            <p:style>
              <a:lnRef idx="0"/>
              <a:fillRef idx="0"/>
              <a:effectRef idx="0"/>
              <a:fontRef idx="minor"/>
            </p:style>
          </p:sp>
        </p:grpSp>
        <p:sp>
          <p:nvSpPr>
            <p:cNvPr id="901" name="Oval 83"/>
            <p:cNvSpPr/>
            <p:nvPr/>
          </p:nvSpPr>
          <p:spPr>
            <a:xfrm flipV="1" rot="16200000">
              <a:off x="7296480" y="3516840"/>
              <a:ext cx="775800" cy="777600"/>
            </a:xfrm>
            <a:prstGeom prst="ellipse">
              <a:avLst/>
            </a:prstGeom>
            <a:solidFill>
              <a:schemeClr val="bg1"/>
            </a:solidFill>
            <a:ln w="38100">
              <a:solidFill>
                <a:srgbClr val="352379"/>
              </a:solidFill>
              <a:round/>
            </a:ln>
          </p:spPr>
          <p:style>
            <a:lnRef idx="0"/>
            <a:fillRef idx="0"/>
            <a:effectRef idx="0"/>
            <a:fontRef idx="minor"/>
          </p:style>
        </p:sp>
        <p:sp>
          <p:nvSpPr>
            <p:cNvPr id="902" name="Line 85"/>
            <p:cNvSpPr/>
            <p:nvPr/>
          </p:nvSpPr>
          <p:spPr>
            <a:xfrm>
              <a:off x="7704360" y="3592800"/>
              <a:ext cx="169200" cy="232560"/>
            </a:xfrm>
            <a:prstGeom prst="line">
              <a:avLst/>
            </a:prstGeom>
            <a:ln w="38100">
              <a:solidFill>
                <a:srgbClr val="352379"/>
              </a:solidFill>
              <a:round/>
            </a:ln>
          </p:spPr>
          <p:style>
            <a:lnRef idx="0"/>
            <a:fillRef idx="0"/>
            <a:effectRef idx="0"/>
            <a:fontRef idx="minor"/>
          </p:style>
        </p:sp>
        <p:sp>
          <p:nvSpPr>
            <p:cNvPr id="903" name="Line 86"/>
            <p:cNvSpPr/>
            <p:nvPr/>
          </p:nvSpPr>
          <p:spPr>
            <a:xfrm flipH="1">
              <a:off x="7529760" y="3592440"/>
              <a:ext cx="165960" cy="233280"/>
            </a:xfrm>
            <a:prstGeom prst="line">
              <a:avLst/>
            </a:prstGeom>
            <a:ln w="38100">
              <a:solidFill>
                <a:srgbClr val="352379"/>
              </a:solidFill>
              <a:round/>
            </a:ln>
          </p:spPr>
          <p:style>
            <a:lnRef idx="0"/>
            <a:fillRef idx="0"/>
            <a:effectRef idx="0"/>
            <a:fontRef idx="minor"/>
          </p:style>
        </p:sp>
        <p:sp>
          <p:nvSpPr>
            <p:cNvPr id="904" name="Line 87"/>
            <p:cNvSpPr/>
            <p:nvPr/>
          </p:nvSpPr>
          <p:spPr>
            <a:xfrm>
              <a:off x="7702200" y="3376440"/>
              <a:ext cx="360" cy="1062000"/>
            </a:xfrm>
            <a:prstGeom prst="line">
              <a:avLst/>
            </a:prstGeom>
            <a:ln w="38100">
              <a:solidFill>
                <a:srgbClr val="352379"/>
              </a:solidFill>
              <a:round/>
            </a:ln>
          </p:spPr>
          <p:style>
            <a:lnRef idx="0"/>
            <a:fillRef idx="0"/>
            <a:effectRef idx="0"/>
            <a:fontRef idx="minor"/>
          </p:style>
        </p:sp>
        <p:sp>
          <p:nvSpPr>
            <p:cNvPr id="905" name="Text Box 90"/>
            <p:cNvSpPr/>
            <p:nvPr/>
          </p:nvSpPr>
          <p:spPr>
            <a:xfrm>
              <a:off x="5884920" y="2781000"/>
              <a:ext cx="313920" cy="36360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901"/>
                </a:spcBef>
                <a:buNone/>
              </a:pPr>
              <a:r>
                <a:rPr b="0" lang="ru-RU" sz="1800" spc="-1" strike="noStrike">
                  <a:solidFill>
                    <a:srgbClr val="352379"/>
                  </a:solidFill>
                  <a:latin typeface="Montserrat"/>
                  <a:ea typeface="Arial"/>
                </a:rPr>
                <a:t>в</a:t>
              </a:r>
              <a:endParaRPr b="0" lang="ru-RU" sz="1800" spc="-1" strike="noStrike">
                <a:latin typeface="Arial"/>
              </a:endParaRPr>
            </a:p>
          </p:txBody>
        </p:sp>
      </p:grpSp>
      <p:sp>
        <p:nvSpPr>
          <p:cNvPr id="906" name="Прямоугольник 1"/>
          <p:cNvSpPr/>
          <p:nvPr/>
        </p:nvSpPr>
        <p:spPr>
          <a:xfrm>
            <a:off x="400680" y="28440"/>
            <a:ext cx="1810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1800" spc="-1" strike="noStrike">
                <a:solidFill>
                  <a:srgbClr val="ffffff"/>
                </a:solidFill>
                <a:latin typeface="Montserrat"/>
                <a:ea typeface="Arial"/>
              </a:rPr>
              <a:t>Кафедра ТЭЦ</a:t>
            </a:r>
            <a:endParaRPr b="0" lang="ru-RU" sz="1800" spc="-1" strike="noStrike">
              <a:latin typeface="Arial"/>
            </a:endParaRPr>
          </a:p>
        </p:txBody>
      </p:sp>
      <p:pic>
        <p:nvPicPr>
          <p:cNvPr id="907" name="" descr=""/>
          <p:cNvPicPr/>
          <p:nvPr/>
        </p:nvPicPr>
        <p:blipFill>
          <a:blip r:embed="rId17"/>
          <a:stretch/>
        </p:blipFill>
        <p:spPr>
          <a:xfrm>
            <a:off x="3556080" y="3733920"/>
            <a:ext cx="507960" cy="495360"/>
          </a:xfrm>
          <a:prstGeom prst="rect">
            <a:avLst/>
          </a:prstGeom>
          <a:ln w="0">
            <a:noFill/>
          </a:ln>
        </p:spPr>
      </p:pic>
      <p:pic>
        <p:nvPicPr>
          <p:cNvPr id="908" name="" descr=""/>
          <p:cNvPicPr/>
          <p:nvPr/>
        </p:nvPicPr>
        <p:blipFill>
          <a:blip r:embed="rId18"/>
          <a:stretch/>
        </p:blipFill>
        <p:spPr>
          <a:xfrm>
            <a:off x="4952880" y="1879560"/>
            <a:ext cx="457200" cy="507960"/>
          </a:xfrm>
          <a:prstGeom prst="rect">
            <a:avLst/>
          </a:prstGeom>
          <a:ln w="0">
            <a:noFill/>
          </a:ln>
        </p:spPr>
      </p:pic>
      <p:pic>
        <p:nvPicPr>
          <p:cNvPr id="909" name="" descr=""/>
          <p:cNvPicPr/>
          <p:nvPr/>
        </p:nvPicPr>
        <p:blipFill>
          <a:blip r:embed="rId19"/>
          <a:stretch/>
        </p:blipFill>
        <p:spPr>
          <a:xfrm>
            <a:off x="6705720" y="2070000"/>
            <a:ext cx="546120" cy="507960"/>
          </a:xfrm>
          <a:prstGeom prst="rect">
            <a:avLst/>
          </a:prstGeom>
          <a:ln w="0">
            <a:noFill/>
          </a:ln>
        </p:spPr>
      </p:pic>
      <p:pic>
        <p:nvPicPr>
          <p:cNvPr id="910" name="" descr=""/>
          <p:cNvPicPr/>
          <p:nvPr/>
        </p:nvPicPr>
        <p:blipFill>
          <a:blip r:embed="rId20"/>
          <a:stretch/>
        </p:blipFill>
        <p:spPr>
          <a:xfrm>
            <a:off x="8128080" y="3657600"/>
            <a:ext cx="495360" cy="507960"/>
          </a:xfrm>
          <a:prstGeom prst="rect">
            <a:avLst/>
          </a:prstGeom>
          <a:ln w="0">
            <a:noFill/>
          </a:ln>
        </p:spPr>
      </p:pic>
      <p:pic>
        <p:nvPicPr>
          <p:cNvPr id="911" name="" descr=""/>
          <p:cNvPicPr/>
          <p:nvPr/>
        </p:nvPicPr>
        <p:blipFill>
          <a:blip r:embed="rId21"/>
          <a:stretch/>
        </p:blipFill>
        <p:spPr>
          <a:xfrm>
            <a:off x="3809880" y="2870280"/>
            <a:ext cx="368280" cy="507960"/>
          </a:xfrm>
          <a:prstGeom prst="rect">
            <a:avLst/>
          </a:prstGeom>
          <a:ln w="0">
            <a:noFill/>
          </a:ln>
        </p:spPr>
      </p:pic>
      <p:pic>
        <p:nvPicPr>
          <p:cNvPr id="912" name="" descr=""/>
          <p:cNvPicPr/>
          <p:nvPr/>
        </p:nvPicPr>
        <p:blipFill>
          <a:blip r:embed="rId22"/>
          <a:stretch/>
        </p:blipFill>
        <p:spPr>
          <a:xfrm>
            <a:off x="7899480" y="2895480"/>
            <a:ext cx="393840" cy="507960"/>
          </a:xfrm>
          <a:prstGeom prst="rect">
            <a:avLst/>
          </a:prstGeom>
          <a:ln w="0">
            <a:noFill/>
          </a:ln>
        </p:spPr>
      </p:pic>
      <p:pic>
        <p:nvPicPr>
          <p:cNvPr id="913" name="" descr=""/>
          <p:cNvPicPr/>
          <p:nvPr/>
        </p:nvPicPr>
        <p:blipFill>
          <a:blip r:embed="rId23"/>
          <a:stretch/>
        </p:blipFill>
        <p:spPr>
          <a:xfrm>
            <a:off x="5867280" y="5334120"/>
            <a:ext cx="546120" cy="507960"/>
          </a:xfrm>
          <a:prstGeom prst="rect">
            <a:avLst/>
          </a:prstGeom>
          <a:ln w="0">
            <a:noFill/>
          </a:ln>
        </p:spPr>
      </p:pic>
      <p:pic>
        <p:nvPicPr>
          <p:cNvPr id="914" name="" descr=""/>
          <p:cNvPicPr/>
          <p:nvPr/>
        </p:nvPicPr>
        <p:blipFill>
          <a:blip r:embed="rId24"/>
          <a:stretch/>
        </p:blipFill>
        <p:spPr>
          <a:xfrm>
            <a:off x="7035840" y="5257800"/>
            <a:ext cx="393840" cy="507960"/>
          </a:xfrm>
          <a:prstGeom prst="rect">
            <a:avLst/>
          </a:prstGeom>
          <a:ln w="0">
            <a:noFill/>
          </a:ln>
        </p:spPr>
      </p:pic>
      <p:sp>
        <p:nvSpPr>
          <p:cNvPr id="2" name="PlaceHolder 1"/>
          <p:cNvSpPr>
            <a:spLocks noGrp="1"/>
          </p:cNvSpPr>
          <p:nvPr>
            <p:ph type="sldNum" idx="12"/>
          </p:nvPr>
        </p:nvSpPr>
        <p:spPr/>
        <p:txBody>
          <a:bodyPr/>
          <a:p>
            <a:fld id="{017F0384-57EF-44B8-950D-4C1AECE9F21E}" type="slidenum">
              <a:t>46</a:t>
            </a:fld>
          </a:p>
        </p:txBody>
      </p:sp>
    </p:spTree>
  </p:cSld>
  <mc:AlternateContent>
    <mc:Choice Requires="p14">
      <p:transition spd="slow" p14:dur="2000"/>
    </mc:Choice>
    <mc:Fallback>
      <p:transition spd="slow"/>
    </mc:Fallback>
  </mc:AlternateContent>
  <p:timing>
    <p:tnLst>
      <p:par>
        <p:cTn id="340" dur="indefinite" restart="never" nodeType="tmRoot">
          <p:childTnLst>
            <p:seq>
              <p:cTn id="341" dur="indefinite" nodeType="mainSeq">
                <p:childTnLst>
                  <p:par>
                    <p:cTn id="342" nodeType="clickEffect" fill="hold">
                      <p:stCondLst>
                        <p:cond delay="indefinite"/>
                      </p:stCondLst>
                      <p:childTnLst>
                        <p:par>
                          <p:cTn id="343" nodeType="withEffect" fill="hold">
                            <p:stCondLst>
                              <p:cond delay="0"/>
                            </p:stCondLst>
                            <p:childTnLst>
                              <p:par>
                                <p:cTn id="344" nodeType="clickEffect" fill="hold" presetClass="entr" presetID="1">
                                  <p:stCondLst>
                                    <p:cond delay="0"/>
                                  </p:stCondLst>
                                  <p:childTnLst>
                                    <p:set>
                                      <p:cBhvr>
                                        <p:cTn id="345" dur="1" fill="hold">
                                          <p:stCondLst>
                                            <p:cond delay="499"/>
                                          </p:stCondLst>
                                        </p:cTn>
                                        <p:tgtEl>
                                          <p:spTgt spid="853"/>
                                        </p:tgtEl>
                                        <p:attrNameLst>
                                          <p:attrName>style.visibility</p:attrName>
                                        </p:attrNameLst>
                                      </p:cBhvr>
                                      <p:to>
                                        <p:strVal val="visible"/>
                                      </p:to>
                                    </p:set>
                                  </p:childTnLst>
                                </p:cTn>
                              </p:par>
                            </p:childTnLst>
                          </p:cTn>
                        </p:par>
                      </p:childTnLst>
                    </p:cTn>
                  </p:par>
                  <p:par>
                    <p:cTn id="346" nodeType="clickEffect" fill="hold">
                      <p:stCondLst>
                        <p:cond delay="indefinite"/>
                      </p:stCondLst>
                      <p:childTnLst>
                        <p:par>
                          <p:cTn id="347" nodeType="withEffect" fill="hold">
                            <p:stCondLst>
                              <p:cond delay="0"/>
                            </p:stCondLst>
                            <p:childTnLst>
                              <p:par>
                                <p:cTn id="348" nodeType="clickEffect" fill="hold" presetClass="entr" presetID="1">
                                  <p:stCondLst>
                                    <p:cond delay="0"/>
                                  </p:stCondLst>
                                  <p:childTnLst>
                                    <p:set>
                                      <p:cBhvr>
                                        <p:cTn id="349" dur="1" fill="hold">
                                          <p:stCondLst>
                                            <p:cond delay="499"/>
                                          </p:stCondLst>
                                        </p:cTn>
                                        <p:tgtEl>
                                          <p:spTgt spid="8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5" name="Text Box 40"/>
          <p:cNvSpPr/>
          <p:nvPr/>
        </p:nvSpPr>
        <p:spPr>
          <a:xfrm>
            <a:off x="2914200" y="540720"/>
            <a:ext cx="7007040" cy="62280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1749"/>
              </a:spcBef>
              <a:buNone/>
            </a:pPr>
            <a:r>
              <a:rPr b="1" lang="ru-RU" sz="3500" spc="-1" strike="noStrike">
                <a:solidFill>
                  <a:srgbClr val="352379"/>
                </a:solidFill>
                <a:latin typeface="Bookman Old Style"/>
                <a:ea typeface="Arial"/>
              </a:rPr>
              <a:t>Потенциалы точек контура</a:t>
            </a:r>
            <a:r>
              <a:rPr b="1" lang="ru-RU" sz="1800" spc="-1" strike="noStrike">
                <a:solidFill>
                  <a:srgbClr val="352379"/>
                </a:solidFill>
                <a:latin typeface="Montserrat"/>
                <a:ea typeface="Arial"/>
              </a:rPr>
              <a:t>:</a:t>
            </a:r>
            <a:endParaRPr b="0" lang="ru-RU" sz="1800" spc="-1" strike="noStrike">
              <a:latin typeface="Arial"/>
            </a:endParaRPr>
          </a:p>
        </p:txBody>
      </p:sp>
      <p:grpSp>
        <p:nvGrpSpPr>
          <p:cNvPr id="916" name="Group 46"/>
          <p:cNvGrpSpPr/>
          <p:nvPr/>
        </p:nvGrpSpPr>
        <p:grpSpPr>
          <a:xfrm>
            <a:off x="3619440" y="1714680"/>
            <a:ext cx="4952520" cy="4714560"/>
            <a:chOff x="3619440" y="1714680"/>
            <a:chExt cx="4952520" cy="4714560"/>
          </a:xfrm>
        </p:grpSpPr>
        <p:sp>
          <p:nvSpPr>
            <p:cNvPr id="917" name="Rectangle 44"/>
            <p:cNvSpPr/>
            <p:nvPr/>
          </p:nvSpPr>
          <p:spPr>
            <a:xfrm>
              <a:off x="3619440" y="1714680"/>
              <a:ext cx="4952520" cy="4714560"/>
            </a:xfrm>
            <a:prstGeom prst="rect">
              <a:avLst/>
            </a:prstGeom>
            <a:gradFill rotWithShape="0">
              <a:gsLst>
                <a:gs pos="0">
                  <a:srgbClr val="ffffcc"/>
                </a:gs>
                <a:gs pos="100000">
                  <a:srgbClr val="ffffff"/>
                </a:gs>
              </a:gsLst>
              <a:lin ang="5400000"/>
            </a:gradFill>
            <a:ln w="38100">
              <a:solidFill>
                <a:srgbClr val="352379"/>
              </a:solidFill>
              <a:miter/>
            </a:ln>
          </p:spPr>
          <p:style>
            <a:lnRef idx="0"/>
            <a:fillRef idx="0"/>
            <a:effectRef idx="0"/>
            <a:fontRef idx="minor"/>
          </p:style>
        </p:sp>
        <p:grpSp>
          <p:nvGrpSpPr>
            <p:cNvPr id="918" name="Group 41"/>
            <p:cNvGrpSpPr/>
            <p:nvPr/>
          </p:nvGrpSpPr>
          <p:grpSpPr>
            <a:xfrm>
              <a:off x="4248000" y="1743120"/>
              <a:ext cx="3873240" cy="4425840"/>
              <a:chOff x="4248000" y="1743120"/>
              <a:chExt cx="3873240" cy="4425840"/>
            </a:xfrm>
          </p:grpSpPr>
          <p:graphicFrame>
            <p:nvGraphicFramePr>
              <p:cNvPr id="919" name="Object 42"/>
              <p:cNvGraphicFramePr/>
              <p:nvPr/>
            </p:nvGraphicFramePr>
            <p:xfrm>
              <a:off x="4248000" y="1743120"/>
              <a:ext cx="3079080" cy="2091600"/>
            </p:xfrm>
            <a:graphic>
              <a:graphicData uri="http://schemas.openxmlformats.org/presentationml/2006/ole">
                <p:oleObj progId="Equation.3" r:id="rId1" spid="">
                  <p:embed/>
                  <p:pic>
                    <p:nvPicPr>
                      <p:cNvPr id="920" name="Object 42" descr=""/>
                      <p:cNvPicPr/>
                      <p:nvPr/>
                    </p:nvPicPr>
                    <p:blipFill>
                      <a:blip r:embed="rId2"/>
                      <a:stretch/>
                    </p:blipFill>
                    <p:spPr>
                      <a:xfrm>
                        <a:off x="4248000" y="1743120"/>
                        <a:ext cx="3079080" cy="2091600"/>
                      </a:xfrm>
                      <a:prstGeom prst="rect">
                        <a:avLst/>
                      </a:prstGeom>
                      <a:ln w="0">
                        <a:noFill/>
                      </a:ln>
                    </p:spPr>
                  </p:pic>
                </p:oleObj>
              </a:graphicData>
            </a:graphic>
          </p:graphicFrame>
          <p:graphicFrame>
            <p:nvGraphicFramePr>
              <p:cNvPr id="921" name="Object 43"/>
              <p:cNvGraphicFramePr/>
              <p:nvPr/>
            </p:nvGraphicFramePr>
            <p:xfrm>
              <a:off x="4267440" y="4057920"/>
              <a:ext cx="3853800" cy="2111040"/>
            </p:xfrm>
            <a:graphic>
              <a:graphicData uri="http://schemas.openxmlformats.org/presentationml/2006/ole">
                <p:oleObj progId="Equation.3" r:id="rId3" spid="">
                  <p:embed/>
                  <p:pic>
                    <p:nvPicPr>
                      <p:cNvPr id="922" name="Object 43" descr=""/>
                      <p:cNvPicPr/>
                      <p:nvPr/>
                    </p:nvPicPr>
                    <p:blipFill>
                      <a:blip r:embed="rId4"/>
                      <a:stretch/>
                    </p:blipFill>
                    <p:spPr>
                      <a:xfrm>
                        <a:off x="4267440" y="4057920"/>
                        <a:ext cx="3853800" cy="2111040"/>
                      </a:xfrm>
                      <a:prstGeom prst="rect">
                        <a:avLst/>
                      </a:prstGeom>
                      <a:ln w="0">
                        <a:noFill/>
                      </a:ln>
                    </p:spPr>
                  </p:pic>
                </p:oleObj>
              </a:graphicData>
            </a:graphic>
          </p:graphicFrame>
        </p:grpSp>
      </p:grpSp>
      <p:sp>
        <p:nvSpPr>
          <p:cNvPr id="923" name="Прямоугольник 1"/>
          <p:cNvSpPr/>
          <p:nvPr/>
        </p:nvSpPr>
        <p:spPr>
          <a:xfrm>
            <a:off x="317880" y="111600"/>
            <a:ext cx="1810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1800" spc="-1" strike="noStrike">
                <a:solidFill>
                  <a:srgbClr val="ffffff"/>
                </a:solidFill>
                <a:latin typeface="Montserrat"/>
                <a:ea typeface="Arial"/>
              </a:rPr>
              <a:t>Кафедра ТЭЦ</a:t>
            </a:r>
            <a:endParaRPr b="0" lang="ru-RU" sz="1800" spc="-1" strike="noStrike">
              <a:latin typeface="Arial"/>
            </a:endParaRPr>
          </a:p>
        </p:txBody>
      </p:sp>
      <p:pic>
        <p:nvPicPr>
          <p:cNvPr id="924" name="" descr=""/>
          <p:cNvPicPr/>
          <p:nvPr/>
        </p:nvPicPr>
        <p:blipFill>
          <a:blip r:embed="rId5"/>
          <a:stretch/>
        </p:blipFill>
        <p:spPr>
          <a:xfrm>
            <a:off x="4241880" y="1739880"/>
            <a:ext cx="3073320" cy="2082960"/>
          </a:xfrm>
          <a:prstGeom prst="rect">
            <a:avLst/>
          </a:prstGeom>
          <a:ln w="0">
            <a:noFill/>
          </a:ln>
        </p:spPr>
      </p:pic>
      <p:pic>
        <p:nvPicPr>
          <p:cNvPr id="925" name="" descr=""/>
          <p:cNvPicPr/>
          <p:nvPr/>
        </p:nvPicPr>
        <p:blipFill>
          <a:blip r:embed="rId6"/>
          <a:stretch/>
        </p:blipFill>
        <p:spPr>
          <a:xfrm>
            <a:off x="4267080" y="4051440"/>
            <a:ext cx="3848040" cy="2108160"/>
          </a:xfrm>
          <a:prstGeom prst="rect">
            <a:avLst/>
          </a:prstGeom>
          <a:ln w="0">
            <a:noFill/>
          </a:ln>
        </p:spPr>
      </p:pic>
      <p:sp>
        <p:nvSpPr>
          <p:cNvPr id="2" name="PlaceHolder 1"/>
          <p:cNvSpPr>
            <a:spLocks noGrp="1"/>
          </p:cNvSpPr>
          <p:nvPr>
            <p:ph type="sldNum" idx="12"/>
          </p:nvPr>
        </p:nvSpPr>
        <p:spPr/>
        <p:txBody>
          <a:bodyPr/>
          <a:p>
            <a:fld id="{46461940-31DC-47C9-BC3A-429A46947E5B}" type="slidenum">
              <a:t>47</a:t>
            </a:fld>
          </a:p>
        </p:txBody>
      </p:sp>
    </p:spTree>
  </p:cSld>
  <mc:AlternateContent>
    <mc:Choice Requires="p14">
      <p:transition spd="slow" p14:dur="2000"/>
    </mc:Choice>
    <mc:Fallback>
      <p:transition spd="slow"/>
    </mc:Fallback>
  </mc:AlternateContent>
  <p:timing>
    <p:tnLst>
      <p:par>
        <p:cTn id="350" dur="indefinite" restart="never" nodeType="tmRoot">
          <p:childTnLst>
            <p:seq>
              <p:cTn id="351" dur="indefinite" nodeType="mainSeq">
                <p:childTnLst>
                  <p:par>
                    <p:cTn id="352" nodeType="clickEffect" fill="hold">
                      <p:stCondLst>
                        <p:cond delay="0"/>
                      </p:stCondLst>
                      <p:childTnLst>
                        <p:par>
                          <p:cTn id="353" nodeType="withEffect" fill="hold">
                            <p:stCondLst>
                              <p:cond delay="0"/>
                            </p:stCondLst>
                            <p:childTnLst>
                              <p:par>
                                <p:cTn id="354" nodeType="afterEffect" fill="hold" presetClass="entr" presetID="22" presetSubtype="1">
                                  <p:stCondLst>
                                    <p:cond delay="0"/>
                                  </p:stCondLst>
                                  <p:childTnLst>
                                    <p:set>
                                      <p:cBhvr>
                                        <p:cTn id="355" dur="1" fill="hold">
                                          <p:stCondLst>
                                            <p:cond delay="0"/>
                                          </p:stCondLst>
                                        </p:cTn>
                                        <p:tgtEl>
                                          <p:spTgt spid="915"/>
                                        </p:tgtEl>
                                        <p:attrNameLst>
                                          <p:attrName>style.visibility</p:attrName>
                                        </p:attrNameLst>
                                      </p:cBhvr>
                                      <p:to>
                                        <p:strVal val="visible"/>
                                      </p:to>
                                    </p:set>
                                    <p:animEffect filter="wipe(up)" transition="in">
                                      <p:cBhvr additive="repl">
                                        <p:cTn id="356" dur="500"/>
                                        <p:tgtEl>
                                          <p:spTgt spid="915"/>
                                        </p:tgtEl>
                                      </p:cBhvr>
                                    </p:animEffect>
                                  </p:childTnLst>
                                </p:cTn>
                              </p:par>
                            </p:childTnLst>
                          </p:cTn>
                        </p:par>
                      </p:childTnLst>
                    </p:cTn>
                  </p:par>
                  <p:par>
                    <p:cTn id="357" nodeType="clickEffect" fill="hold">
                      <p:stCondLst>
                        <p:cond delay="indefinite"/>
                      </p:stCondLst>
                      <p:childTnLst>
                        <p:par>
                          <p:cTn id="358" nodeType="withEffect" fill="hold">
                            <p:stCondLst>
                              <p:cond delay="0"/>
                            </p:stCondLst>
                            <p:childTnLst>
                              <p:par>
                                <p:cTn id="359" nodeType="clickEffect" fill="hold" presetClass="entr" presetID="22" presetSubtype="1">
                                  <p:stCondLst>
                                    <p:cond delay="0"/>
                                  </p:stCondLst>
                                  <p:childTnLst>
                                    <p:set>
                                      <p:cBhvr>
                                        <p:cTn id="360" dur="1" fill="hold">
                                          <p:stCondLst>
                                            <p:cond delay="0"/>
                                          </p:stCondLst>
                                        </p:cTn>
                                        <p:tgtEl>
                                          <p:spTgt spid="916"/>
                                        </p:tgtEl>
                                        <p:attrNameLst>
                                          <p:attrName>style.visibility</p:attrName>
                                        </p:attrNameLst>
                                      </p:cBhvr>
                                      <p:to>
                                        <p:strVal val="visible"/>
                                      </p:to>
                                    </p:set>
                                    <p:animEffect filter="wipe(up)" transition="in">
                                      <p:cBhvr additive="repl">
                                        <p:cTn id="361" dur="500"/>
                                        <p:tgtEl>
                                          <p:spTgt spid="9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6" name="Rectangle 41"/>
          <p:cNvSpPr/>
          <p:nvPr/>
        </p:nvSpPr>
        <p:spPr>
          <a:xfrm>
            <a:off x="2190600" y="1643040"/>
            <a:ext cx="7833960" cy="4785840"/>
          </a:xfrm>
          <a:prstGeom prst="rect">
            <a:avLst/>
          </a:prstGeom>
          <a:gradFill rotWithShape="0">
            <a:gsLst>
              <a:gs pos="0">
                <a:srgbClr val="ffffcc"/>
              </a:gs>
              <a:gs pos="100000">
                <a:srgbClr val="ffffff"/>
              </a:gs>
            </a:gsLst>
            <a:lin ang="5400000"/>
          </a:gradFill>
          <a:ln w="38100">
            <a:solidFill>
              <a:srgbClr val="352379"/>
            </a:solidFill>
            <a:miter/>
          </a:ln>
        </p:spPr>
        <p:style>
          <a:lnRef idx="0"/>
          <a:fillRef idx="0"/>
          <a:effectRef idx="0"/>
          <a:fontRef idx="minor"/>
        </p:style>
      </p:sp>
      <p:sp>
        <p:nvSpPr>
          <p:cNvPr id="927" name="Text Box 2"/>
          <p:cNvSpPr/>
          <p:nvPr/>
        </p:nvSpPr>
        <p:spPr>
          <a:xfrm>
            <a:off x="2669760" y="621720"/>
            <a:ext cx="6694560" cy="62280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1749"/>
              </a:spcBef>
              <a:buNone/>
            </a:pPr>
            <a:r>
              <a:rPr b="1" lang="ru-RU" sz="3500" spc="-1" strike="noStrike">
                <a:solidFill>
                  <a:srgbClr val="352379"/>
                </a:solidFill>
                <a:latin typeface="Bookman Old Style"/>
                <a:ea typeface="Arial"/>
              </a:rPr>
              <a:t>Потенциальная диаграмма</a:t>
            </a:r>
            <a:endParaRPr b="0" lang="ru-RU" sz="3500" spc="-1" strike="noStrike">
              <a:latin typeface="Arial"/>
            </a:endParaRPr>
          </a:p>
        </p:txBody>
      </p:sp>
      <p:grpSp>
        <p:nvGrpSpPr>
          <p:cNvPr id="928" name="Group 16"/>
          <p:cNvGrpSpPr/>
          <p:nvPr/>
        </p:nvGrpSpPr>
        <p:grpSpPr>
          <a:xfrm>
            <a:off x="2462040" y="1819440"/>
            <a:ext cx="7351200" cy="4381200"/>
            <a:chOff x="2462040" y="1819440"/>
            <a:chExt cx="7351200" cy="4381200"/>
          </a:xfrm>
        </p:grpSpPr>
        <p:sp>
          <p:nvSpPr>
            <p:cNvPr id="929" name="Line 3"/>
            <p:cNvSpPr/>
            <p:nvPr/>
          </p:nvSpPr>
          <p:spPr>
            <a:xfrm>
              <a:off x="3414600" y="1971360"/>
              <a:ext cx="360" cy="4229280"/>
            </a:xfrm>
            <a:prstGeom prst="line">
              <a:avLst/>
            </a:prstGeom>
            <a:ln w="38100">
              <a:solidFill>
                <a:srgbClr val="352379"/>
              </a:solidFill>
              <a:round/>
              <a:headEnd len="med" type="arrow" w="med"/>
            </a:ln>
          </p:spPr>
          <p:style>
            <a:lnRef idx="0"/>
            <a:fillRef idx="0"/>
            <a:effectRef idx="0"/>
            <a:fontRef idx="minor"/>
          </p:style>
        </p:sp>
        <p:sp>
          <p:nvSpPr>
            <p:cNvPr id="930" name="Line 4"/>
            <p:cNvSpPr/>
            <p:nvPr/>
          </p:nvSpPr>
          <p:spPr>
            <a:xfrm>
              <a:off x="2462040" y="4143240"/>
              <a:ext cx="7296120" cy="360"/>
            </a:xfrm>
            <a:prstGeom prst="line">
              <a:avLst/>
            </a:prstGeom>
            <a:ln w="38100">
              <a:solidFill>
                <a:srgbClr val="352379"/>
              </a:solidFill>
              <a:round/>
              <a:tailEnd len="med" type="arrow" w="med"/>
            </a:ln>
          </p:spPr>
          <p:style>
            <a:lnRef idx="0"/>
            <a:fillRef idx="0"/>
            <a:effectRef idx="0"/>
            <a:fontRef idx="minor"/>
          </p:style>
        </p:sp>
        <p:sp>
          <p:nvSpPr>
            <p:cNvPr id="931" name="Line 5"/>
            <p:cNvSpPr/>
            <p:nvPr/>
          </p:nvSpPr>
          <p:spPr>
            <a:xfrm>
              <a:off x="3414600" y="3247920"/>
              <a:ext cx="5829120" cy="360"/>
            </a:xfrm>
            <a:prstGeom prst="line">
              <a:avLst/>
            </a:prstGeom>
            <a:ln w="9525">
              <a:solidFill>
                <a:srgbClr val="352379"/>
              </a:solidFill>
              <a:prstDash val="dash"/>
              <a:round/>
            </a:ln>
          </p:spPr>
          <p:style>
            <a:lnRef idx="0"/>
            <a:fillRef idx="0"/>
            <a:effectRef idx="0"/>
            <a:fontRef idx="minor"/>
          </p:style>
        </p:sp>
        <p:sp>
          <p:nvSpPr>
            <p:cNvPr id="932" name="Line 6"/>
            <p:cNvSpPr/>
            <p:nvPr/>
          </p:nvSpPr>
          <p:spPr>
            <a:xfrm>
              <a:off x="3414600" y="2638080"/>
              <a:ext cx="5829120" cy="360"/>
            </a:xfrm>
            <a:prstGeom prst="line">
              <a:avLst/>
            </a:prstGeom>
            <a:ln w="9525">
              <a:solidFill>
                <a:srgbClr val="352379"/>
              </a:solidFill>
              <a:prstDash val="dash"/>
              <a:round/>
            </a:ln>
          </p:spPr>
          <p:style>
            <a:lnRef idx="0"/>
            <a:fillRef idx="0"/>
            <a:effectRef idx="0"/>
            <a:fontRef idx="minor"/>
          </p:style>
        </p:sp>
        <p:sp>
          <p:nvSpPr>
            <p:cNvPr id="933" name="Line 7"/>
            <p:cNvSpPr/>
            <p:nvPr/>
          </p:nvSpPr>
          <p:spPr>
            <a:xfrm>
              <a:off x="3433680" y="5133960"/>
              <a:ext cx="5829120" cy="360"/>
            </a:xfrm>
            <a:prstGeom prst="line">
              <a:avLst/>
            </a:prstGeom>
            <a:ln w="9525">
              <a:solidFill>
                <a:srgbClr val="352379"/>
              </a:solidFill>
              <a:prstDash val="dash"/>
              <a:round/>
            </a:ln>
          </p:spPr>
          <p:style>
            <a:lnRef idx="0"/>
            <a:fillRef idx="0"/>
            <a:effectRef idx="0"/>
            <a:fontRef idx="minor"/>
          </p:style>
        </p:sp>
        <p:sp>
          <p:nvSpPr>
            <p:cNvPr id="934" name="Line 8"/>
            <p:cNvSpPr/>
            <p:nvPr/>
          </p:nvSpPr>
          <p:spPr>
            <a:xfrm>
              <a:off x="3433680" y="5724360"/>
              <a:ext cx="5829120" cy="360"/>
            </a:xfrm>
            <a:prstGeom prst="line">
              <a:avLst/>
            </a:prstGeom>
            <a:ln w="9525">
              <a:solidFill>
                <a:srgbClr val="352379"/>
              </a:solidFill>
              <a:prstDash val="dash"/>
              <a:round/>
            </a:ln>
          </p:spPr>
          <p:style>
            <a:lnRef idx="0"/>
            <a:fillRef idx="0"/>
            <a:effectRef idx="0"/>
            <a:fontRef idx="minor"/>
          </p:style>
        </p:sp>
        <p:graphicFrame>
          <p:nvGraphicFramePr>
            <p:cNvPr id="935" name="Object 10"/>
            <p:cNvGraphicFramePr/>
            <p:nvPr/>
          </p:nvGraphicFramePr>
          <p:xfrm>
            <a:off x="3027240" y="1819440"/>
            <a:ext cx="736200" cy="340920"/>
          </p:xfrm>
          <a:graphic>
            <a:graphicData uri="http://schemas.openxmlformats.org/presentationml/2006/ole">
              <p:oleObj progId="Equation.3" r:id="rId1" spid="">
                <p:embed/>
                <p:pic>
                  <p:nvPicPr>
                    <p:cNvPr id="936" name="Object 10" descr=""/>
                    <p:cNvPicPr/>
                    <p:nvPr/>
                  </p:nvPicPr>
                  <p:blipFill>
                    <a:blip r:embed="rId2"/>
                    <a:stretch/>
                  </p:blipFill>
                  <p:spPr>
                    <a:xfrm>
                      <a:off x="3027240" y="1819440"/>
                      <a:ext cx="736200" cy="340920"/>
                    </a:xfrm>
                    <a:prstGeom prst="rect">
                      <a:avLst/>
                    </a:prstGeom>
                    <a:ln w="0">
                      <a:noFill/>
                    </a:ln>
                  </p:spPr>
                </p:pic>
              </p:oleObj>
            </a:graphicData>
          </a:graphic>
        </p:graphicFrame>
        <p:graphicFrame>
          <p:nvGraphicFramePr>
            <p:cNvPr id="937" name="Object 11"/>
            <p:cNvGraphicFramePr/>
            <p:nvPr/>
          </p:nvGraphicFramePr>
          <p:xfrm>
            <a:off x="9320040" y="3762360"/>
            <a:ext cx="493200" cy="761760"/>
          </p:xfrm>
          <a:graphic>
            <a:graphicData uri="http://schemas.openxmlformats.org/presentationml/2006/ole">
              <p:oleObj progId="Equation.3" r:id="rId3" spid="">
                <p:embed/>
                <p:pic>
                  <p:nvPicPr>
                    <p:cNvPr id="938" name="Object 11" descr=""/>
                    <p:cNvPicPr/>
                    <p:nvPr/>
                  </p:nvPicPr>
                  <p:blipFill>
                    <a:blip r:embed="rId4"/>
                    <a:stretch/>
                  </p:blipFill>
                  <p:spPr>
                    <a:xfrm>
                      <a:off x="9320040" y="3762360"/>
                      <a:ext cx="493200" cy="761760"/>
                    </a:xfrm>
                    <a:prstGeom prst="rect">
                      <a:avLst/>
                    </a:prstGeom>
                    <a:ln w="0">
                      <a:noFill/>
                    </a:ln>
                  </p:spPr>
                </p:pic>
              </p:oleObj>
            </a:graphicData>
          </a:graphic>
        </p:graphicFrame>
        <p:graphicFrame>
          <p:nvGraphicFramePr>
            <p:cNvPr id="939" name="Object 12"/>
            <p:cNvGraphicFramePr/>
            <p:nvPr/>
          </p:nvGraphicFramePr>
          <p:xfrm>
            <a:off x="2963880" y="2403360"/>
            <a:ext cx="367920" cy="391680"/>
          </p:xfrm>
          <a:graphic>
            <a:graphicData uri="http://schemas.openxmlformats.org/presentationml/2006/ole">
              <p:oleObj progId="Equation.3" r:id="rId5" spid="">
                <p:embed/>
                <p:pic>
                  <p:nvPicPr>
                    <p:cNvPr id="940" name="Object 12" descr=""/>
                    <p:cNvPicPr/>
                    <p:nvPr/>
                  </p:nvPicPr>
                  <p:blipFill>
                    <a:blip r:embed="rId6"/>
                    <a:stretch/>
                  </p:blipFill>
                  <p:spPr>
                    <a:xfrm>
                      <a:off x="2963880" y="2403360"/>
                      <a:ext cx="367920" cy="391680"/>
                    </a:xfrm>
                    <a:prstGeom prst="rect">
                      <a:avLst/>
                    </a:prstGeom>
                    <a:ln w="0">
                      <a:noFill/>
                    </a:ln>
                  </p:spPr>
                </p:pic>
              </p:oleObj>
            </a:graphicData>
          </a:graphic>
        </p:graphicFrame>
        <p:graphicFrame>
          <p:nvGraphicFramePr>
            <p:cNvPr id="941" name="Object 13"/>
            <p:cNvGraphicFramePr/>
            <p:nvPr/>
          </p:nvGraphicFramePr>
          <p:xfrm>
            <a:off x="3014640" y="3013200"/>
            <a:ext cx="340920" cy="391680"/>
          </p:xfrm>
          <a:graphic>
            <a:graphicData uri="http://schemas.openxmlformats.org/presentationml/2006/ole">
              <p:oleObj progId="Equation.3" r:id="rId7" spid="">
                <p:embed/>
                <p:pic>
                  <p:nvPicPr>
                    <p:cNvPr id="942" name="Object 13" descr=""/>
                    <p:cNvPicPr/>
                    <p:nvPr/>
                  </p:nvPicPr>
                  <p:blipFill>
                    <a:blip r:embed="rId8"/>
                    <a:stretch/>
                  </p:blipFill>
                  <p:spPr>
                    <a:xfrm>
                      <a:off x="3014640" y="3013200"/>
                      <a:ext cx="340920" cy="391680"/>
                    </a:xfrm>
                    <a:prstGeom prst="rect">
                      <a:avLst/>
                    </a:prstGeom>
                    <a:ln w="0">
                      <a:noFill/>
                    </a:ln>
                  </p:spPr>
                </p:pic>
              </p:oleObj>
            </a:graphicData>
          </a:graphic>
        </p:graphicFrame>
        <p:graphicFrame>
          <p:nvGraphicFramePr>
            <p:cNvPr id="943" name="Object 14"/>
            <p:cNvGraphicFramePr/>
            <p:nvPr/>
          </p:nvGraphicFramePr>
          <p:xfrm>
            <a:off x="2995560" y="4898880"/>
            <a:ext cx="380520" cy="391680"/>
          </p:xfrm>
          <a:graphic>
            <a:graphicData uri="http://schemas.openxmlformats.org/presentationml/2006/ole">
              <p:oleObj progId="Equation.3" r:id="rId9" spid="">
                <p:embed/>
                <p:pic>
                  <p:nvPicPr>
                    <p:cNvPr id="944" name="Object 14" descr=""/>
                    <p:cNvPicPr/>
                    <p:nvPr/>
                  </p:nvPicPr>
                  <p:blipFill>
                    <a:blip r:embed="rId10"/>
                    <a:stretch/>
                  </p:blipFill>
                  <p:spPr>
                    <a:xfrm>
                      <a:off x="2995560" y="4898880"/>
                      <a:ext cx="380520" cy="391680"/>
                    </a:xfrm>
                    <a:prstGeom prst="rect">
                      <a:avLst/>
                    </a:prstGeom>
                    <a:ln w="0">
                      <a:noFill/>
                    </a:ln>
                  </p:spPr>
                </p:pic>
              </p:oleObj>
            </a:graphicData>
          </a:graphic>
        </p:graphicFrame>
        <p:graphicFrame>
          <p:nvGraphicFramePr>
            <p:cNvPr id="945" name="Object 15"/>
            <p:cNvGraphicFramePr/>
            <p:nvPr/>
          </p:nvGraphicFramePr>
          <p:xfrm>
            <a:off x="2976480" y="5508720"/>
            <a:ext cx="380520" cy="391680"/>
          </p:xfrm>
          <a:graphic>
            <a:graphicData uri="http://schemas.openxmlformats.org/presentationml/2006/ole">
              <p:oleObj progId="Equation.3" r:id="rId11" spid="">
                <p:embed/>
                <p:pic>
                  <p:nvPicPr>
                    <p:cNvPr id="946" name="Object 15" descr=""/>
                    <p:cNvPicPr/>
                    <p:nvPr/>
                  </p:nvPicPr>
                  <p:blipFill>
                    <a:blip r:embed="rId12"/>
                    <a:stretch/>
                  </p:blipFill>
                  <p:spPr>
                    <a:xfrm>
                      <a:off x="2976480" y="5508720"/>
                      <a:ext cx="380520" cy="391680"/>
                    </a:xfrm>
                    <a:prstGeom prst="rect">
                      <a:avLst/>
                    </a:prstGeom>
                    <a:ln w="0">
                      <a:noFill/>
                    </a:ln>
                  </p:spPr>
                </p:pic>
              </p:oleObj>
            </a:graphicData>
          </a:graphic>
        </p:graphicFrame>
      </p:grpSp>
      <p:grpSp>
        <p:nvGrpSpPr>
          <p:cNvPr id="947" name="Group 36"/>
          <p:cNvGrpSpPr/>
          <p:nvPr/>
        </p:nvGrpSpPr>
        <p:grpSpPr>
          <a:xfrm>
            <a:off x="3414600" y="3336840"/>
            <a:ext cx="1466640" cy="391680"/>
            <a:chOff x="3414600" y="3336840"/>
            <a:chExt cx="1466640" cy="391680"/>
          </a:xfrm>
        </p:grpSpPr>
        <p:sp>
          <p:nvSpPr>
            <p:cNvPr id="948" name="Line 24"/>
            <p:cNvSpPr/>
            <p:nvPr/>
          </p:nvSpPr>
          <p:spPr>
            <a:xfrm>
              <a:off x="3414600" y="3724200"/>
              <a:ext cx="1466640" cy="360"/>
            </a:xfrm>
            <a:prstGeom prst="line">
              <a:avLst/>
            </a:prstGeom>
            <a:ln w="12700">
              <a:solidFill>
                <a:srgbClr val="352379"/>
              </a:solidFill>
              <a:round/>
              <a:headEnd len="med" type="triangle" w="med"/>
              <a:tailEnd len="med" type="triangle" w="med"/>
            </a:ln>
          </p:spPr>
          <p:style>
            <a:lnRef idx="0"/>
            <a:fillRef idx="0"/>
            <a:effectRef idx="0"/>
            <a:fontRef idx="minor"/>
          </p:style>
        </p:sp>
        <p:graphicFrame>
          <p:nvGraphicFramePr>
            <p:cNvPr id="949" name="Object 28"/>
            <p:cNvGraphicFramePr/>
            <p:nvPr/>
          </p:nvGraphicFramePr>
          <p:xfrm>
            <a:off x="3960720" y="3336840"/>
            <a:ext cx="391680" cy="391680"/>
          </p:xfrm>
          <a:graphic>
            <a:graphicData uri="http://schemas.openxmlformats.org/presentationml/2006/ole">
              <p:oleObj progId="Equation.3" r:id="rId13" spid="">
                <p:embed/>
                <p:pic>
                  <p:nvPicPr>
                    <p:cNvPr id="950" name="Object 28" descr=""/>
                    <p:cNvPicPr/>
                    <p:nvPr/>
                  </p:nvPicPr>
                  <p:blipFill>
                    <a:blip r:embed="rId14"/>
                    <a:stretch/>
                  </p:blipFill>
                  <p:spPr>
                    <a:xfrm>
                      <a:off x="3960720" y="3336840"/>
                      <a:ext cx="391680" cy="391680"/>
                    </a:xfrm>
                    <a:prstGeom prst="rect">
                      <a:avLst/>
                    </a:prstGeom>
                    <a:ln w="0">
                      <a:noFill/>
                    </a:ln>
                  </p:spPr>
                </p:pic>
              </p:oleObj>
            </a:graphicData>
          </a:graphic>
        </p:graphicFrame>
      </p:grpSp>
      <p:grpSp>
        <p:nvGrpSpPr>
          <p:cNvPr id="951" name="Group 37"/>
          <p:cNvGrpSpPr/>
          <p:nvPr/>
        </p:nvGrpSpPr>
        <p:grpSpPr>
          <a:xfrm>
            <a:off x="4976640" y="3317760"/>
            <a:ext cx="1942920" cy="406800"/>
            <a:chOff x="4976640" y="3317760"/>
            <a:chExt cx="1942920" cy="406800"/>
          </a:xfrm>
        </p:grpSpPr>
        <p:sp>
          <p:nvSpPr>
            <p:cNvPr id="952" name="Line 25"/>
            <p:cNvSpPr/>
            <p:nvPr/>
          </p:nvSpPr>
          <p:spPr>
            <a:xfrm>
              <a:off x="4976640" y="3724200"/>
              <a:ext cx="1942920" cy="360"/>
            </a:xfrm>
            <a:prstGeom prst="line">
              <a:avLst/>
            </a:prstGeom>
            <a:ln w="12700">
              <a:solidFill>
                <a:srgbClr val="352379"/>
              </a:solidFill>
              <a:round/>
              <a:headEnd len="med" type="triangle" w="med"/>
              <a:tailEnd len="med" type="triangle" w="med"/>
            </a:ln>
          </p:spPr>
          <p:style>
            <a:lnRef idx="0"/>
            <a:fillRef idx="0"/>
            <a:effectRef idx="0"/>
            <a:fontRef idx="minor"/>
          </p:style>
        </p:sp>
        <p:graphicFrame>
          <p:nvGraphicFramePr>
            <p:cNvPr id="953" name="Object 29"/>
            <p:cNvGraphicFramePr/>
            <p:nvPr/>
          </p:nvGraphicFramePr>
          <p:xfrm>
            <a:off x="5681520" y="3317760"/>
            <a:ext cx="418680" cy="391680"/>
          </p:xfrm>
          <a:graphic>
            <a:graphicData uri="http://schemas.openxmlformats.org/presentationml/2006/ole">
              <p:oleObj progId="Equation.3" r:id="rId15" spid="">
                <p:embed/>
                <p:pic>
                  <p:nvPicPr>
                    <p:cNvPr id="954" name="Object 29" descr=""/>
                    <p:cNvPicPr/>
                    <p:nvPr/>
                  </p:nvPicPr>
                  <p:blipFill>
                    <a:blip r:embed="rId16"/>
                    <a:stretch/>
                  </p:blipFill>
                  <p:spPr>
                    <a:xfrm>
                      <a:off x="5681520" y="3317760"/>
                      <a:ext cx="418680" cy="391680"/>
                    </a:xfrm>
                    <a:prstGeom prst="rect">
                      <a:avLst/>
                    </a:prstGeom>
                    <a:ln w="0">
                      <a:noFill/>
                    </a:ln>
                  </p:spPr>
                </p:pic>
              </p:oleObj>
            </a:graphicData>
          </a:graphic>
        </p:graphicFrame>
      </p:grpSp>
      <p:grpSp>
        <p:nvGrpSpPr>
          <p:cNvPr id="955" name="Group 39"/>
          <p:cNvGrpSpPr/>
          <p:nvPr/>
        </p:nvGrpSpPr>
        <p:grpSpPr>
          <a:xfrm>
            <a:off x="7034040" y="3336840"/>
            <a:ext cx="1181520" cy="768240"/>
            <a:chOff x="7034040" y="3336840"/>
            <a:chExt cx="1181520" cy="768240"/>
          </a:xfrm>
        </p:grpSpPr>
        <p:sp>
          <p:nvSpPr>
            <p:cNvPr id="956" name="Line 26"/>
            <p:cNvSpPr/>
            <p:nvPr/>
          </p:nvSpPr>
          <p:spPr>
            <a:xfrm flipV="1">
              <a:off x="8215200" y="3438360"/>
              <a:ext cx="360" cy="666720"/>
            </a:xfrm>
            <a:prstGeom prst="line">
              <a:avLst/>
            </a:prstGeom>
            <a:ln w="12700">
              <a:solidFill>
                <a:srgbClr val="352379"/>
              </a:solidFill>
              <a:round/>
            </a:ln>
          </p:spPr>
          <p:style>
            <a:lnRef idx="0"/>
            <a:fillRef idx="0"/>
            <a:effectRef idx="0"/>
            <a:fontRef idx="minor"/>
          </p:style>
        </p:sp>
        <p:grpSp>
          <p:nvGrpSpPr>
            <p:cNvPr id="957" name="Group 38"/>
            <p:cNvGrpSpPr/>
            <p:nvPr/>
          </p:nvGrpSpPr>
          <p:grpSpPr>
            <a:xfrm>
              <a:off x="7034040" y="3336840"/>
              <a:ext cx="1162080" cy="391680"/>
              <a:chOff x="7034040" y="3336840"/>
              <a:chExt cx="1162080" cy="391680"/>
            </a:xfrm>
          </p:grpSpPr>
          <p:sp>
            <p:nvSpPr>
              <p:cNvPr id="958" name="Line 27"/>
              <p:cNvSpPr/>
              <p:nvPr/>
            </p:nvSpPr>
            <p:spPr>
              <a:xfrm>
                <a:off x="7034040" y="3724200"/>
                <a:ext cx="1162080" cy="360"/>
              </a:xfrm>
              <a:prstGeom prst="line">
                <a:avLst/>
              </a:prstGeom>
              <a:ln w="12700">
                <a:solidFill>
                  <a:srgbClr val="352379"/>
                </a:solidFill>
                <a:round/>
                <a:headEnd len="med" type="triangle" w="med"/>
                <a:tailEnd len="med" type="triangle" w="med"/>
              </a:ln>
            </p:spPr>
            <p:style>
              <a:lnRef idx="0"/>
              <a:fillRef idx="0"/>
              <a:effectRef idx="0"/>
              <a:fontRef idx="minor"/>
            </p:style>
          </p:sp>
          <p:graphicFrame>
            <p:nvGraphicFramePr>
              <p:cNvPr id="959" name="Object 30"/>
              <p:cNvGraphicFramePr/>
              <p:nvPr/>
            </p:nvGraphicFramePr>
            <p:xfrm>
              <a:off x="7415280" y="3336840"/>
              <a:ext cx="418680" cy="391680"/>
            </p:xfrm>
            <a:graphic>
              <a:graphicData uri="http://schemas.openxmlformats.org/presentationml/2006/ole">
                <p:oleObj progId="Equation.3" r:id="rId17" spid="">
                  <p:embed/>
                  <p:pic>
                    <p:nvPicPr>
                      <p:cNvPr id="960" name="Object 30" descr=""/>
                      <p:cNvPicPr/>
                      <p:nvPr/>
                    </p:nvPicPr>
                    <p:blipFill>
                      <a:blip r:embed="rId18"/>
                      <a:stretch/>
                    </p:blipFill>
                    <p:spPr>
                      <a:xfrm>
                        <a:off x="7415280" y="3336840"/>
                        <a:ext cx="418680" cy="391680"/>
                      </a:xfrm>
                      <a:prstGeom prst="rect">
                        <a:avLst/>
                      </a:prstGeom>
                      <a:ln w="0">
                        <a:noFill/>
                      </a:ln>
                    </p:spPr>
                  </p:pic>
                </p:oleObj>
              </a:graphicData>
            </a:graphic>
          </p:graphicFrame>
        </p:grpSp>
      </p:grpSp>
      <p:sp>
        <p:nvSpPr>
          <p:cNvPr id="961" name="Text Box 42"/>
          <p:cNvSpPr/>
          <p:nvPr/>
        </p:nvSpPr>
        <p:spPr>
          <a:xfrm>
            <a:off x="3072960" y="4132800"/>
            <a:ext cx="324360" cy="36360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901"/>
              </a:spcBef>
              <a:buNone/>
            </a:pPr>
            <a:r>
              <a:rPr b="0" lang="ru-RU" sz="1800" spc="-1" strike="noStrike">
                <a:solidFill>
                  <a:srgbClr val="352379"/>
                </a:solidFill>
                <a:latin typeface="Montserrat"/>
                <a:ea typeface="Arial"/>
              </a:rPr>
              <a:t>0</a:t>
            </a:r>
            <a:endParaRPr b="0" lang="ru-RU" sz="1800" spc="-1" strike="noStrike">
              <a:latin typeface="Arial"/>
            </a:endParaRPr>
          </a:p>
        </p:txBody>
      </p:sp>
      <p:grpSp>
        <p:nvGrpSpPr>
          <p:cNvPr id="962" name="Group 44"/>
          <p:cNvGrpSpPr/>
          <p:nvPr/>
        </p:nvGrpSpPr>
        <p:grpSpPr>
          <a:xfrm>
            <a:off x="3329280" y="2238120"/>
            <a:ext cx="5110920" cy="3849840"/>
            <a:chOff x="3329280" y="2238120"/>
            <a:chExt cx="5110920" cy="3849840"/>
          </a:xfrm>
        </p:grpSpPr>
        <p:grpSp>
          <p:nvGrpSpPr>
            <p:cNvPr id="963" name="Group 40"/>
            <p:cNvGrpSpPr/>
            <p:nvPr/>
          </p:nvGrpSpPr>
          <p:grpSpPr>
            <a:xfrm>
              <a:off x="3433680" y="2238120"/>
              <a:ext cx="5006520" cy="3849840"/>
              <a:chOff x="3433680" y="2238120"/>
              <a:chExt cx="5006520" cy="3849840"/>
            </a:xfrm>
          </p:grpSpPr>
          <p:grpSp>
            <p:nvGrpSpPr>
              <p:cNvPr id="964" name="Group 23"/>
              <p:cNvGrpSpPr/>
              <p:nvPr/>
            </p:nvGrpSpPr>
            <p:grpSpPr>
              <a:xfrm>
                <a:off x="3433680" y="2619360"/>
                <a:ext cx="4800600" cy="3105000"/>
                <a:chOff x="3433680" y="2619360"/>
                <a:chExt cx="4800600" cy="3105000"/>
              </a:xfrm>
            </p:grpSpPr>
            <p:sp>
              <p:nvSpPr>
                <p:cNvPr id="965" name="Line 18"/>
                <p:cNvSpPr/>
                <p:nvPr/>
              </p:nvSpPr>
              <p:spPr>
                <a:xfrm>
                  <a:off x="3433680" y="4124160"/>
                  <a:ext cx="1485720" cy="990720"/>
                </a:xfrm>
                <a:prstGeom prst="line">
                  <a:avLst/>
                </a:prstGeom>
                <a:ln w="38100">
                  <a:solidFill>
                    <a:srgbClr val="cc0000"/>
                  </a:solidFill>
                  <a:round/>
                </a:ln>
              </p:spPr>
              <p:style>
                <a:lnRef idx="0"/>
                <a:fillRef idx="0"/>
                <a:effectRef idx="0"/>
                <a:fontRef idx="minor"/>
              </p:style>
            </p:sp>
            <p:sp>
              <p:nvSpPr>
                <p:cNvPr id="966" name="Line 19"/>
                <p:cNvSpPr/>
                <p:nvPr/>
              </p:nvSpPr>
              <p:spPr>
                <a:xfrm flipV="1">
                  <a:off x="4919400" y="2619360"/>
                  <a:ext cx="360" cy="2514600"/>
                </a:xfrm>
                <a:prstGeom prst="line">
                  <a:avLst/>
                </a:prstGeom>
                <a:ln w="38100">
                  <a:solidFill>
                    <a:srgbClr val="cc0000"/>
                  </a:solidFill>
                  <a:round/>
                </a:ln>
              </p:spPr>
              <p:style>
                <a:lnRef idx="0"/>
                <a:fillRef idx="0"/>
                <a:effectRef idx="0"/>
                <a:fontRef idx="minor"/>
              </p:style>
            </p:sp>
            <p:sp>
              <p:nvSpPr>
                <p:cNvPr id="967" name="Line 20"/>
                <p:cNvSpPr/>
                <p:nvPr/>
              </p:nvSpPr>
              <p:spPr>
                <a:xfrm>
                  <a:off x="4919400" y="2638080"/>
                  <a:ext cx="2095560" cy="609840"/>
                </a:xfrm>
                <a:prstGeom prst="line">
                  <a:avLst/>
                </a:prstGeom>
                <a:ln w="38100">
                  <a:solidFill>
                    <a:srgbClr val="cc0000"/>
                  </a:solidFill>
                  <a:round/>
                </a:ln>
              </p:spPr>
              <p:style>
                <a:lnRef idx="0"/>
                <a:fillRef idx="0"/>
                <a:effectRef idx="0"/>
                <a:fontRef idx="minor"/>
              </p:style>
            </p:sp>
            <p:sp>
              <p:nvSpPr>
                <p:cNvPr id="968" name="Line 21"/>
                <p:cNvSpPr/>
                <p:nvPr/>
              </p:nvSpPr>
              <p:spPr>
                <a:xfrm>
                  <a:off x="6995880" y="3247920"/>
                  <a:ext cx="360" cy="2476440"/>
                </a:xfrm>
                <a:prstGeom prst="line">
                  <a:avLst/>
                </a:prstGeom>
                <a:ln w="38100">
                  <a:solidFill>
                    <a:srgbClr val="cc0000"/>
                  </a:solidFill>
                  <a:round/>
                </a:ln>
              </p:spPr>
              <p:style>
                <a:lnRef idx="0"/>
                <a:fillRef idx="0"/>
                <a:effectRef idx="0"/>
                <a:fontRef idx="minor"/>
              </p:style>
            </p:sp>
            <p:sp>
              <p:nvSpPr>
                <p:cNvPr id="969" name="Line 22"/>
                <p:cNvSpPr/>
                <p:nvPr/>
              </p:nvSpPr>
              <p:spPr>
                <a:xfrm flipV="1">
                  <a:off x="6995880" y="4143240"/>
                  <a:ext cx="1238400" cy="1581120"/>
                </a:xfrm>
                <a:prstGeom prst="line">
                  <a:avLst/>
                </a:prstGeom>
                <a:ln w="38100">
                  <a:solidFill>
                    <a:srgbClr val="cc0000"/>
                  </a:solidFill>
                  <a:round/>
                </a:ln>
              </p:spPr>
              <p:style>
                <a:lnRef idx="0"/>
                <a:fillRef idx="0"/>
                <a:effectRef idx="0"/>
                <a:fontRef idx="minor"/>
              </p:style>
            </p:sp>
          </p:grpSp>
          <p:sp>
            <p:nvSpPr>
              <p:cNvPr id="970" name="Text Box 31"/>
              <p:cNvSpPr/>
              <p:nvPr/>
            </p:nvSpPr>
            <p:spPr>
              <a:xfrm>
                <a:off x="4798440" y="5086080"/>
                <a:ext cx="318240" cy="36360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901"/>
                  </a:spcBef>
                  <a:buNone/>
                </a:pPr>
                <a:r>
                  <a:rPr b="0" lang="ru-RU" sz="1800" spc="-1" strike="noStrike">
                    <a:solidFill>
                      <a:srgbClr val="352379"/>
                    </a:solidFill>
                    <a:latin typeface="Montserrat"/>
                    <a:ea typeface="Arial"/>
                  </a:rPr>
                  <a:t>к</a:t>
                </a:r>
                <a:endParaRPr b="0" lang="ru-RU" sz="1800" spc="-1" strike="noStrike">
                  <a:latin typeface="Arial"/>
                </a:endParaRPr>
              </a:p>
            </p:txBody>
          </p:sp>
          <p:sp>
            <p:nvSpPr>
              <p:cNvPr id="971" name="Text Box 32"/>
              <p:cNvSpPr/>
              <p:nvPr/>
            </p:nvSpPr>
            <p:spPr>
              <a:xfrm>
                <a:off x="4737240" y="2238120"/>
                <a:ext cx="313920" cy="36360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901"/>
                  </a:spcBef>
                  <a:buNone/>
                </a:pPr>
                <a:r>
                  <a:rPr b="0" lang="ru-RU" sz="1800" spc="-1" strike="noStrike">
                    <a:solidFill>
                      <a:srgbClr val="352379"/>
                    </a:solidFill>
                    <a:latin typeface="Montserrat"/>
                    <a:ea typeface="Arial"/>
                  </a:rPr>
                  <a:t>в</a:t>
                </a:r>
                <a:endParaRPr b="0" lang="ru-RU" sz="1800" spc="-1" strike="noStrike">
                  <a:latin typeface="Arial"/>
                </a:endParaRPr>
              </a:p>
            </p:txBody>
          </p:sp>
          <p:sp>
            <p:nvSpPr>
              <p:cNvPr id="972" name="Text Box 33"/>
              <p:cNvSpPr/>
              <p:nvPr/>
            </p:nvSpPr>
            <p:spPr>
              <a:xfrm>
                <a:off x="6835680" y="2866680"/>
                <a:ext cx="304560" cy="36360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901"/>
                  </a:spcBef>
                  <a:buNone/>
                </a:pPr>
                <a:r>
                  <a:rPr b="0" lang="ru-RU" sz="1800" spc="-1" strike="noStrike">
                    <a:solidFill>
                      <a:srgbClr val="352379"/>
                    </a:solidFill>
                    <a:latin typeface="Montserrat"/>
                    <a:ea typeface="Arial"/>
                  </a:rPr>
                  <a:t>с</a:t>
                </a:r>
                <a:endParaRPr b="0" lang="ru-RU" sz="1800" spc="-1" strike="noStrike">
                  <a:latin typeface="Arial"/>
                </a:endParaRPr>
              </a:p>
            </p:txBody>
          </p:sp>
          <p:sp>
            <p:nvSpPr>
              <p:cNvPr id="973" name="Text Box 34"/>
              <p:cNvSpPr/>
              <p:nvPr/>
            </p:nvSpPr>
            <p:spPr>
              <a:xfrm>
                <a:off x="6809400" y="5724360"/>
                <a:ext cx="324360" cy="36360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901"/>
                  </a:spcBef>
                  <a:buNone/>
                </a:pPr>
                <a:r>
                  <a:rPr b="0" lang="en-US" sz="1800" spc="-1" strike="noStrike">
                    <a:solidFill>
                      <a:srgbClr val="352379"/>
                    </a:solidFill>
                    <a:latin typeface="Montserrat"/>
                    <a:ea typeface="Arial"/>
                  </a:rPr>
                  <a:t>d</a:t>
                </a:r>
                <a:endParaRPr b="0" lang="ru-RU" sz="1800" spc="-1" strike="noStrike">
                  <a:latin typeface="Arial"/>
                </a:endParaRPr>
              </a:p>
            </p:txBody>
          </p:sp>
          <p:sp>
            <p:nvSpPr>
              <p:cNvPr id="974" name="Text Box 35"/>
              <p:cNvSpPr/>
              <p:nvPr/>
            </p:nvSpPr>
            <p:spPr>
              <a:xfrm>
                <a:off x="8120520" y="4095360"/>
                <a:ext cx="319680" cy="36360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901"/>
                  </a:spcBef>
                  <a:buNone/>
                </a:pPr>
                <a:r>
                  <a:rPr b="0" lang="ru-RU" sz="1800" spc="-1" strike="noStrike">
                    <a:solidFill>
                      <a:srgbClr val="352379"/>
                    </a:solidFill>
                    <a:latin typeface="Montserrat"/>
                    <a:ea typeface="Arial"/>
                  </a:rPr>
                  <a:t>a</a:t>
                </a:r>
                <a:endParaRPr b="0" lang="ru-RU" sz="1800" spc="-1" strike="noStrike">
                  <a:latin typeface="Arial"/>
                </a:endParaRPr>
              </a:p>
            </p:txBody>
          </p:sp>
        </p:grpSp>
        <p:sp>
          <p:nvSpPr>
            <p:cNvPr id="975" name="Text Box 43"/>
            <p:cNvSpPr/>
            <p:nvPr/>
          </p:nvSpPr>
          <p:spPr>
            <a:xfrm>
              <a:off x="3329280" y="3771720"/>
              <a:ext cx="319680" cy="363600"/>
            </a:xfrm>
            <a:prstGeom prst="rect">
              <a:avLst/>
            </a:prstGeom>
            <a:noFill/>
            <a:ln w="0">
              <a:noFill/>
            </a:ln>
          </p:spPr>
          <p:style>
            <a:lnRef idx="0"/>
            <a:fillRef idx="0"/>
            <a:effectRef idx="0"/>
            <a:fontRef idx="minor"/>
          </p:style>
          <p:txBody>
            <a:bodyPr wrap="none" lIns="90000" rIns="90000" tIns="45000" bIns="45000" anchor="ctr">
              <a:spAutoFit/>
            </a:bodyPr>
            <a:p>
              <a:pPr>
                <a:lnSpc>
                  <a:spcPct val="100000"/>
                </a:lnSpc>
                <a:spcBef>
                  <a:spcPts val="901"/>
                </a:spcBef>
                <a:buNone/>
              </a:pPr>
              <a:r>
                <a:rPr b="0" lang="ru-RU" sz="1800" spc="-1" strike="noStrike">
                  <a:solidFill>
                    <a:srgbClr val="352379"/>
                  </a:solidFill>
                  <a:latin typeface="Montserrat"/>
                  <a:ea typeface="Arial"/>
                </a:rPr>
                <a:t>a</a:t>
              </a:r>
              <a:endParaRPr b="0" lang="ru-RU" sz="1800" spc="-1" strike="noStrike">
                <a:latin typeface="Arial"/>
              </a:endParaRPr>
            </a:p>
          </p:txBody>
        </p:sp>
      </p:grpSp>
      <p:pic>
        <p:nvPicPr>
          <p:cNvPr id="976" name="" descr=""/>
          <p:cNvPicPr/>
          <p:nvPr/>
        </p:nvPicPr>
        <p:blipFill>
          <a:blip r:embed="rId19"/>
          <a:stretch/>
        </p:blipFill>
        <p:spPr>
          <a:xfrm>
            <a:off x="3022560" y="1816200"/>
            <a:ext cx="736560" cy="330120"/>
          </a:xfrm>
          <a:prstGeom prst="rect">
            <a:avLst/>
          </a:prstGeom>
          <a:ln w="0">
            <a:noFill/>
          </a:ln>
        </p:spPr>
      </p:pic>
      <p:pic>
        <p:nvPicPr>
          <p:cNvPr id="977" name="" descr=""/>
          <p:cNvPicPr/>
          <p:nvPr/>
        </p:nvPicPr>
        <p:blipFill>
          <a:blip r:embed="rId20"/>
          <a:stretch/>
        </p:blipFill>
        <p:spPr>
          <a:xfrm>
            <a:off x="9309240" y="3759120"/>
            <a:ext cx="482760" cy="762120"/>
          </a:xfrm>
          <a:prstGeom prst="rect">
            <a:avLst/>
          </a:prstGeom>
          <a:ln w="0">
            <a:noFill/>
          </a:ln>
        </p:spPr>
      </p:pic>
      <p:pic>
        <p:nvPicPr>
          <p:cNvPr id="978" name="" descr=""/>
          <p:cNvPicPr/>
          <p:nvPr/>
        </p:nvPicPr>
        <p:blipFill>
          <a:blip r:embed="rId21"/>
          <a:stretch/>
        </p:blipFill>
        <p:spPr>
          <a:xfrm>
            <a:off x="2959200" y="2400480"/>
            <a:ext cx="368280" cy="380880"/>
          </a:xfrm>
          <a:prstGeom prst="rect">
            <a:avLst/>
          </a:prstGeom>
          <a:ln w="0">
            <a:noFill/>
          </a:ln>
        </p:spPr>
      </p:pic>
      <p:pic>
        <p:nvPicPr>
          <p:cNvPr id="979" name="" descr=""/>
          <p:cNvPicPr/>
          <p:nvPr/>
        </p:nvPicPr>
        <p:blipFill>
          <a:blip r:embed="rId22"/>
          <a:stretch/>
        </p:blipFill>
        <p:spPr>
          <a:xfrm>
            <a:off x="3009960" y="3009960"/>
            <a:ext cx="330120" cy="380880"/>
          </a:xfrm>
          <a:prstGeom prst="rect">
            <a:avLst/>
          </a:prstGeom>
          <a:ln w="0">
            <a:noFill/>
          </a:ln>
        </p:spPr>
      </p:pic>
      <p:pic>
        <p:nvPicPr>
          <p:cNvPr id="980" name="" descr=""/>
          <p:cNvPicPr/>
          <p:nvPr/>
        </p:nvPicPr>
        <p:blipFill>
          <a:blip r:embed="rId23"/>
          <a:stretch/>
        </p:blipFill>
        <p:spPr>
          <a:xfrm>
            <a:off x="2984400" y="4889520"/>
            <a:ext cx="380880" cy="380880"/>
          </a:xfrm>
          <a:prstGeom prst="rect">
            <a:avLst/>
          </a:prstGeom>
          <a:ln w="0">
            <a:noFill/>
          </a:ln>
        </p:spPr>
      </p:pic>
      <p:pic>
        <p:nvPicPr>
          <p:cNvPr id="981" name="" descr=""/>
          <p:cNvPicPr/>
          <p:nvPr/>
        </p:nvPicPr>
        <p:blipFill>
          <a:blip r:embed="rId24"/>
          <a:stretch/>
        </p:blipFill>
        <p:spPr>
          <a:xfrm>
            <a:off x="2971800" y="5499000"/>
            <a:ext cx="380880" cy="380880"/>
          </a:xfrm>
          <a:prstGeom prst="rect">
            <a:avLst/>
          </a:prstGeom>
          <a:ln w="0">
            <a:noFill/>
          </a:ln>
        </p:spPr>
      </p:pic>
      <p:pic>
        <p:nvPicPr>
          <p:cNvPr id="982" name="" descr=""/>
          <p:cNvPicPr/>
          <p:nvPr/>
        </p:nvPicPr>
        <p:blipFill>
          <a:blip r:embed="rId25"/>
          <a:stretch/>
        </p:blipFill>
        <p:spPr>
          <a:xfrm>
            <a:off x="3949560" y="3327480"/>
            <a:ext cx="380880" cy="380880"/>
          </a:xfrm>
          <a:prstGeom prst="rect">
            <a:avLst/>
          </a:prstGeom>
          <a:ln w="0">
            <a:noFill/>
          </a:ln>
        </p:spPr>
      </p:pic>
      <p:pic>
        <p:nvPicPr>
          <p:cNvPr id="983" name="" descr=""/>
          <p:cNvPicPr/>
          <p:nvPr/>
        </p:nvPicPr>
        <p:blipFill>
          <a:blip r:embed="rId26"/>
          <a:stretch/>
        </p:blipFill>
        <p:spPr>
          <a:xfrm>
            <a:off x="5676840" y="3314880"/>
            <a:ext cx="419040" cy="380880"/>
          </a:xfrm>
          <a:prstGeom prst="rect">
            <a:avLst/>
          </a:prstGeom>
          <a:ln w="0">
            <a:noFill/>
          </a:ln>
        </p:spPr>
      </p:pic>
      <p:pic>
        <p:nvPicPr>
          <p:cNvPr id="984" name="" descr=""/>
          <p:cNvPicPr/>
          <p:nvPr/>
        </p:nvPicPr>
        <p:blipFill>
          <a:blip r:embed="rId27"/>
          <a:stretch/>
        </p:blipFill>
        <p:spPr>
          <a:xfrm>
            <a:off x="7404120" y="3327480"/>
            <a:ext cx="419040" cy="380880"/>
          </a:xfrm>
          <a:prstGeom prst="rect">
            <a:avLst/>
          </a:prstGeom>
          <a:ln w="0">
            <a:noFill/>
          </a:ln>
        </p:spPr>
      </p:pic>
      <p:sp>
        <p:nvSpPr>
          <p:cNvPr id="2" name="PlaceHolder 1"/>
          <p:cNvSpPr>
            <a:spLocks noGrp="1"/>
          </p:cNvSpPr>
          <p:nvPr>
            <p:ph type="sldNum" idx="12"/>
          </p:nvPr>
        </p:nvSpPr>
        <p:spPr/>
        <p:txBody>
          <a:bodyPr/>
          <a:p>
            <a:fld id="{4FB1BE66-F047-4C86-9938-0D5D328A858F}" type="slidenum">
              <a:t>48</a:t>
            </a:fld>
          </a:p>
        </p:txBody>
      </p:sp>
    </p:spTree>
  </p:cSld>
  <mc:AlternateContent>
    <mc:Choice Requires="p14">
      <p:transition spd="slow" p14:dur="2000"/>
    </mc:Choice>
    <mc:Fallback>
      <p:transition spd="slow"/>
    </mc:Fallback>
  </mc:AlternateContent>
  <p:timing>
    <p:tnLst>
      <p:par>
        <p:cTn id="362" dur="indefinite" restart="never" nodeType="tmRoot">
          <p:childTnLst>
            <p:seq>
              <p:cTn id="363" dur="indefinite" nodeType="mainSeq">
                <p:childTnLst>
                  <p:par>
                    <p:cTn id="364" nodeType="clickEffect" fill="hold">
                      <p:stCondLst>
                        <p:cond delay="0"/>
                      </p:stCondLst>
                      <p:childTnLst>
                        <p:par>
                          <p:cTn id="365" nodeType="withEffect" fill="hold">
                            <p:stCondLst>
                              <p:cond delay="0"/>
                            </p:stCondLst>
                            <p:childTnLst>
                              <p:par>
                                <p:cTn id="366" nodeType="afterEffect" fill="hold" presetClass="entr" presetID="22" presetSubtype="1">
                                  <p:stCondLst>
                                    <p:cond delay="0"/>
                                  </p:stCondLst>
                                  <p:childTnLst>
                                    <p:set>
                                      <p:cBhvr>
                                        <p:cTn id="367" dur="1" fill="hold">
                                          <p:stCondLst>
                                            <p:cond delay="0"/>
                                          </p:stCondLst>
                                        </p:cTn>
                                        <p:tgtEl>
                                          <p:spTgt spid="927"/>
                                        </p:tgtEl>
                                        <p:attrNameLst>
                                          <p:attrName>style.visibility</p:attrName>
                                        </p:attrNameLst>
                                      </p:cBhvr>
                                      <p:to>
                                        <p:strVal val="visible"/>
                                      </p:to>
                                    </p:set>
                                    <p:animEffect filter="wipe(up)" transition="in">
                                      <p:cBhvr additive="repl">
                                        <p:cTn id="368" dur="500"/>
                                        <p:tgtEl>
                                          <p:spTgt spid="927"/>
                                        </p:tgtEl>
                                      </p:cBhvr>
                                    </p:animEffect>
                                  </p:childTnLst>
                                </p:cTn>
                              </p:par>
                            </p:childTnLst>
                          </p:cTn>
                        </p:par>
                      </p:childTnLst>
                    </p:cTn>
                  </p:par>
                  <p:par>
                    <p:cTn id="369" nodeType="clickEffect" fill="hold">
                      <p:stCondLst>
                        <p:cond delay="indefinite"/>
                      </p:stCondLst>
                      <p:childTnLst>
                        <p:par>
                          <p:cTn id="370" nodeType="withEffect" fill="hold">
                            <p:stCondLst>
                              <p:cond delay="0"/>
                            </p:stCondLst>
                            <p:childTnLst>
                              <p:par>
                                <p:cTn id="371" nodeType="clickEffect" fill="hold" presetClass="entr" presetID="1">
                                  <p:stCondLst>
                                    <p:cond delay="0"/>
                                  </p:stCondLst>
                                  <p:childTnLst>
                                    <p:set>
                                      <p:cBhvr>
                                        <p:cTn id="372" dur="1" fill="hold">
                                          <p:stCondLst>
                                            <p:cond delay="499"/>
                                          </p:stCondLst>
                                        </p:cTn>
                                        <p:tgtEl>
                                          <p:spTgt spid="926"/>
                                        </p:tgtEl>
                                        <p:attrNameLst>
                                          <p:attrName>style.visibility</p:attrName>
                                        </p:attrNameLst>
                                      </p:cBhvr>
                                      <p:to>
                                        <p:strVal val="visible"/>
                                      </p:to>
                                    </p:set>
                                  </p:childTnLst>
                                </p:cTn>
                              </p:par>
                            </p:childTnLst>
                          </p:cTn>
                        </p:par>
                      </p:childTnLst>
                    </p:cTn>
                  </p:par>
                  <p:par>
                    <p:cTn id="373" nodeType="clickEffect" fill="hold">
                      <p:stCondLst>
                        <p:cond delay="indefinite"/>
                      </p:stCondLst>
                      <p:childTnLst>
                        <p:par>
                          <p:cTn id="374" nodeType="withEffect" fill="hold">
                            <p:stCondLst>
                              <p:cond delay="0"/>
                            </p:stCondLst>
                            <p:childTnLst>
                              <p:par>
                                <p:cTn id="375" nodeType="clickEffect" fill="hold" presetClass="entr" presetID="1">
                                  <p:stCondLst>
                                    <p:cond delay="0"/>
                                  </p:stCondLst>
                                  <p:childTnLst>
                                    <p:set>
                                      <p:cBhvr>
                                        <p:cTn id="376" dur="1" fill="hold">
                                          <p:stCondLst>
                                            <p:cond delay="499"/>
                                          </p:stCondLst>
                                        </p:cTn>
                                        <p:tgtEl>
                                          <p:spTgt spid="928"/>
                                        </p:tgtEl>
                                        <p:attrNameLst>
                                          <p:attrName>style.visibility</p:attrName>
                                        </p:attrNameLst>
                                      </p:cBhvr>
                                      <p:to>
                                        <p:strVal val="visible"/>
                                      </p:to>
                                    </p:set>
                                  </p:childTnLst>
                                </p:cTn>
                              </p:par>
                            </p:childTnLst>
                          </p:cTn>
                        </p:par>
                        <p:par>
                          <p:cTn id="377" nodeType="afterEffect" fill="hold">
                            <p:stCondLst>
                              <p:cond delay="500"/>
                            </p:stCondLst>
                            <p:childTnLst>
                              <p:par>
                                <p:cTn id="378" nodeType="afterEffect" fill="hold" presetClass="entr" presetID="1">
                                  <p:stCondLst>
                                    <p:cond delay="0"/>
                                  </p:stCondLst>
                                  <p:childTnLst>
                                    <p:set>
                                      <p:cBhvr>
                                        <p:cTn id="379" dur="1" fill="hold">
                                          <p:stCondLst>
                                            <p:cond delay="499"/>
                                          </p:stCondLst>
                                        </p:cTn>
                                        <p:tgtEl>
                                          <p:spTgt spid="961"/>
                                        </p:tgtEl>
                                        <p:attrNameLst>
                                          <p:attrName>style.visibility</p:attrName>
                                        </p:attrNameLst>
                                      </p:cBhvr>
                                      <p:to>
                                        <p:strVal val="visible"/>
                                      </p:to>
                                    </p:set>
                                  </p:childTnLst>
                                </p:cTn>
                              </p:par>
                            </p:childTnLst>
                          </p:cTn>
                        </p:par>
                      </p:childTnLst>
                    </p:cTn>
                  </p:par>
                  <p:par>
                    <p:cTn id="380" nodeType="clickEffect" fill="hold">
                      <p:stCondLst>
                        <p:cond delay="indefinite"/>
                      </p:stCondLst>
                      <p:childTnLst>
                        <p:par>
                          <p:cTn id="381" nodeType="withEffect" fill="hold">
                            <p:stCondLst>
                              <p:cond delay="0"/>
                            </p:stCondLst>
                            <p:childTnLst>
                              <p:par>
                                <p:cTn id="382" nodeType="clickEffect" fill="hold" presetClass="entr" presetID="1">
                                  <p:stCondLst>
                                    <p:cond delay="0"/>
                                  </p:stCondLst>
                                  <p:childTnLst>
                                    <p:set>
                                      <p:cBhvr>
                                        <p:cTn id="383" dur="1" fill="hold">
                                          <p:stCondLst>
                                            <p:cond delay="499"/>
                                          </p:stCondLst>
                                        </p:cTn>
                                        <p:tgtEl>
                                          <p:spTgt spid="962"/>
                                        </p:tgtEl>
                                        <p:attrNameLst>
                                          <p:attrName>style.visibility</p:attrName>
                                        </p:attrNameLst>
                                      </p:cBhvr>
                                      <p:to>
                                        <p:strVal val="visible"/>
                                      </p:to>
                                    </p:set>
                                  </p:childTnLst>
                                </p:cTn>
                              </p:par>
                            </p:childTnLst>
                          </p:cTn>
                        </p:par>
                      </p:childTnLst>
                    </p:cTn>
                  </p:par>
                  <p:par>
                    <p:cTn id="384" nodeType="clickEffect" fill="hold">
                      <p:stCondLst>
                        <p:cond delay="indefinite"/>
                      </p:stCondLst>
                      <p:childTnLst>
                        <p:par>
                          <p:cTn id="385" nodeType="withEffect" fill="hold">
                            <p:stCondLst>
                              <p:cond delay="0"/>
                            </p:stCondLst>
                            <p:childTnLst>
                              <p:par>
                                <p:cTn id="386" nodeType="clickEffect" fill="hold" presetClass="entr" presetID="1">
                                  <p:stCondLst>
                                    <p:cond delay="0"/>
                                  </p:stCondLst>
                                  <p:childTnLst>
                                    <p:set>
                                      <p:cBhvr>
                                        <p:cTn id="387" dur="1" fill="hold">
                                          <p:stCondLst>
                                            <p:cond delay="499"/>
                                          </p:stCondLst>
                                        </p:cTn>
                                        <p:tgtEl>
                                          <p:spTgt spid="947"/>
                                        </p:tgtEl>
                                        <p:attrNameLst>
                                          <p:attrName>style.visibility</p:attrName>
                                        </p:attrNameLst>
                                      </p:cBhvr>
                                      <p:to>
                                        <p:strVal val="visible"/>
                                      </p:to>
                                    </p:set>
                                  </p:childTnLst>
                                </p:cTn>
                              </p:par>
                            </p:childTnLst>
                          </p:cTn>
                        </p:par>
                      </p:childTnLst>
                    </p:cTn>
                  </p:par>
                  <p:par>
                    <p:cTn id="388" nodeType="clickEffect" fill="hold">
                      <p:stCondLst>
                        <p:cond delay="indefinite"/>
                      </p:stCondLst>
                      <p:childTnLst>
                        <p:par>
                          <p:cTn id="389" nodeType="withEffect" fill="hold">
                            <p:stCondLst>
                              <p:cond delay="0"/>
                            </p:stCondLst>
                            <p:childTnLst>
                              <p:par>
                                <p:cTn id="390" nodeType="clickEffect" fill="hold" presetClass="entr" presetID="1">
                                  <p:stCondLst>
                                    <p:cond delay="0"/>
                                  </p:stCondLst>
                                  <p:childTnLst>
                                    <p:set>
                                      <p:cBhvr>
                                        <p:cTn id="391" dur="1" fill="hold">
                                          <p:stCondLst>
                                            <p:cond delay="499"/>
                                          </p:stCondLst>
                                        </p:cTn>
                                        <p:tgtEl>
                                          <p:spTgt spid="951"/>
                                        </p:tgtEl>
                                        <p:attrNameLst>
                                          <p:attrName>style.visibility</p:attrName>
                                        </p:attrNameLst>
                                      </p:cBhvr>
                                      <p:to>
                                        <p:strVal val="visible"/>
                                      </p:to>
                                    </p:set>
                                  </p:childTnLst>
                                </p:cTn>
                              </p:par>
                            </p:childTnLst>
                          </p:cTn>
                        </p:par>
                      </p:childTnLst>
                    </p:cTn>
                  </p:par>
                  <p:par>
                    <p:cTn id="392" nodeType="clickEffect" fill="hold">
                      <p:stCondLst>
                        <p:cond delay="indefinite"/>
                      </p:stCondLst>
                      <p:childTnLst>
                        <p:par>
                          <p:cTn id="393" nodeType="withEffect" fill="hold">
                            <p:stCondLst>
                              <p:cond delay="0"/>
                            </p:stCondLst>
                            <p:childTnLst>
                              <p:par>
                                <p:cTn id="394" nodeType="clickEffect" fill="hold" presetClass="entr" presetID="1">
                                  <p:stCondLst>
                                    <p:cond delay="0"/>
                                  </p:stCondLst>
                                  <p:childTnLst>
                                    <p:set>
                                      <p:cBhvr>
                                        <p:cTn id="395" dur="1" fill="hold">
                                          <p:stCondLst>
                                            <p:cond delay="499"/>
                                          </p:stCondLst>
                                        </p:cTn>
                                        <p:tgtEl>
                                          <p:spTgt spid="9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366</TotalTime>
  <Application>LibreOffice/7.3.7.2$Linux_X86_64 LibreOffice_project/30$Build-2</Application>
  <AppVersion>15.0000</AppVersion>
  <Words>1722</Words>
  <Paragraphs>294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2023-04-19T21:39:12Z</dcterms:created>
  <dc:creator>user [v4]</dc:creator>
  <dc:description/>
  <dc:language>ru-RU</dc:language>
  <cp:lastModifiedBy/>
  <dcterms:modified xsi:type="dcterms:W3CDTF">2025-09-17T17:45:16Z</dcterms:modified>
  <cp:revision>64</cp:revision>
  <dc:subject/>
  <dc:title>Презентация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vt:i4>
  </property>
  <property fmtid="{D5CDD505-2E9C-101B-9397-08002B2CF9AE}" pid="3" name="PresentationFormat">
    <vt:lpwstr>Широкоэкранный</vt:lpwstr>
  </property>
  <property fmtid="{D5CDD505-2E9C-101B-9397-08002B2CF9AE}" pid="4" name="Slides">
    <vt:i4>48</vt:i4>
  </property>
</Properties>
</file>